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hyperlink" Target="https://github.com/abhishektiwari36/Seasonal-Agriculture-Performance-Analysi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sz="1800" b="1"/>
              <a:t>Abhishek Tiwari</a:t>
            </a:r>
            <a:br/>
            <a:r>
              <a:rPr sz="1800" b="1"/>
              <a:t>Lovely Professional University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sz="2100" b="1"/>
              <a:t>Project Title -</a:t>
            </a:r>
            <a:br/>
            <a:r>
              <a:rPr sz="2100" b="1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/>
              <a:t>AICTE STU ID : STU6a6712e6035db1785139942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sz="1600" b="0"/>
              <a:t>Agricultural performance is influenced by seasonal variations in environmental conditions, farming practices, resource availability and market conditions. Raw agricultural data does not clearly explain how performance changes across seasons.</a:t>
            </a:r>
            <a:br/>
            <a:br/>
            <a:r>
              <a:rPr sz="1600" b="0"/>
              <a:t>This project analyzes the provided agricultural dataset to identify seasonal differences, patterns, trends, relationships and variations in yield, profitability, resource usage and environmental conditions.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417320"/>
            <a:ext cx="8869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The project uses a structured dataset of 4,000 farm records and 28 variables covering crop, season, location, farm area, weather, soil, inputs, irrigation, yield, production, cost, revenue, profit, water usage and disease/pest risk.</a:t>
            </a:r>
            <a:br/>
            <a:br/>
            <a:r>
              <a:rPr sz="1600" b="0"/>
              <a:t>Workflow: data exploration → quality checks → missing-value treatment → descriptive statistics → seasonal/group comparisons → correlation analysis → visualization → evidence-based interpretation.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Project Description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sz="1500" b="0"/>
              <a:t>Farmers and farm managers – compare seasonal yield, profitability and resource efficiency.</a:t>
            </a:r>
          </a:p>
          <a:p>
            <a:pPr algn="just">
              <a:lnSpc>
                <a:spcPct val="150000"/>
              </a:lnSpc>
            </a:pPr>
            <a:r>
              <a:rPr sz="1500" b="0"/>
              <a:t>Agricultural planners – identify seasonal patterns for evidence-based planning.</a:t>
            </a:r>
          </a:p>
          <a:p>
            <a:pPr algn="just">
              <a:lnSpc>
                <a:spcPct val="150000"/>
              </a:lnSpc>
            </a:pPr>
            <a:r>
              <a:rPr sz="1500" b="0"/>
              <a:t>Agribusiness stakeholders – understand crop and economic performance.</a:t>
            </a:r>
          </a:p>
          <a:p>
            <a:pPr algn="just">
              <a:lnSpc>
                <a:spcPct val="150000"/>
              </a:lnSpc>
            </a:pPr>
            <a:r>
              <a:rPr sz="1500" b="0"/>
              <a:t>Data analysts / students – reproduce and extend the analysis.</a:t>
            </a:r>
          </a:p>
          <a:p>
            <a:pPr algn="just">
              <a:lnSpc>
                <a:spcPct val="150000"/>
              </a:lnSpc>
            </a:pPr>
            <a:r>
              <a:rPr sz="1500" b="0"/>
              <a:t>Researchers – investigate relationships between environmental conditions and outcomes.</a:t>
            </a: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sz="2200" b="1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sz="2200" b="1"/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417320"/>
            <a:ext cx="6858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Python</a:t>
            </a:r>
            <a:br/>
            <a:r>
              <a:rPr sz="1500" b="0"/>
              <a:t>• Pandas – data loading, cleaning and aggregation</a:t>
            </a:r>
            <a:br/>
            <a:r>
              <a:rPr sz="1500" b="0"/>
              <a:t>• NumPy – numerical analysis</a:t>
            </a:r>
            <a:br/>
            <a:r>
              <a:rPr sz="1500" b="0"/>
              <a:t>• Matplotlib – charts and visualization</a:t>
            </a:r>
            <a:br/>
            <a:r>
              <a:rPr sz="1500" b="0"/>
              <a:t>• Jupyter Notebook – analysis documentation</a:t>
            </a:r>
            <a:br/>
            <a:br/>
            <a:r>
              <a:rPr sz="1500" b="0"/>
              <a:t>Analytical techniques</a:t>
            </a:r>
            <a:br/>
            <a:r>
              <a:rPr sz="1500" b="0"/>
              <a:t>• Descriptive statistics</a:t>
            </a:r>
            <a:br/>
            <a:r>
              <a:rPr sz="1500" b="0"/>
              <a:t>• Group-by seasonal comparisons</a:t>
            </a:r>
            <a:br/>
            <a:r>
              <a:rPr sz="1500" b="0"/>
              <a:t>• Correlation analysis</a:t>
            </a:r>
            <a:br/>
            <a:r>
              <a:rPr sz="1500" b="0"/>
              <a:t>• Trend / relationship visualization</a:t>
            </a:r>
            <a:br/>
            <a:br/>
            <a:r>
              <a:rPr sz="1500" b="0"/>
              <a:t>Data source: provided Seasonal Agriculture Performance Analysis dataset.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1800" b="1"/>
              <a:t>RESULTS – DATA QUALITY &amp; PREPARATION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4,000 records</a:t>
            </a:r>
            <a:br/>
            <a:r>
              <a:rPr sz="1500" b="1"/>
              <a:t>28 variables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120 missing values</a:t>
            </a:r>
            <a:br/>
            <a:r>
              <a:rPr sz="1500" b="1"/>
              <a:t>0 duplicate rows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77240" y="1874519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Data quality checks</a:t>
            </a:r>
            <a:br/>
            <a:r>
              <a:rPr sz="1600" b="0"/>
              <a:t>• 48 missing Rainfall values</a:t>
            </a:r>
            <a:br/>
            <a:r>
              <a:rPr sz="1600" b="0"/>
              <a:t>• 40 missing Soil Moisture values</a:t>
            </a:r>
            <a:br/>
            <a:r>
              <a:rPr sz="1600" b="0"/>
              <a:t>• 32 missing Yield values</a:t>
            </a:r>
            <a:br/>
            <a:r>
              <a:rPr sz="1600" b="0"/>
              <a:t>• No duplicate rows detected</a:t>
            </a:r>
            <a:br/>
            <a:r>
              <a:rPr sz="1600" b="0"/>
              <a:t>• Numeric missing values were median-imputed for analysis</a:t>
            </a:r>
            <a:br/>
            <a:br/>
            <a:r>
              <a:rPr sz="1600" b="0"/>
              <a:t>Prepared dataset used for comparisons and visualizations.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874519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Why this matters</a:t>
            </a:r>
            <a:br/>
            <a:br/>
            <a:r>
              <a:rPr sz="1600" b="0"/>
              <a:t>Cleaning prevents incomplete records from distorting seasonal averages and relationships.</a:t>
            </a:r>
            <a:br/>
            <a:br/>
            <a:r>
              <a:rPr sz="1600" b="0"/>
              <a:t>The original dataset contains 4,000 observations; missingness is limited to three numeric fields.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100" b="1"/>
              <a:t>RESULTS – SEASONAL PERFORMANCE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Kharif: 5.64 t/ha</a:t>
            </a:r>
            <a:br/>
            <a:r>
              <a:rPr sz="1400" b="1"/>
              <a:t>Highest average yield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Kharif: ₹178.9k</a:t>
            </a:r>
            <a:br/>
            <a:r>
              <a:rPr sz="1400" b="1"/>
              <a:t>Highest average profit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6583680" cy="3063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192024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Key insight</a:t>
            </a:r>
            <a:br/>
            <a:br/>
            <a:r>
              <a:rPr sz="1400" b="0"/>
              <a:t>Kharif has the strongest average yield and profit among the three seasons. Rabi is intermediate, while Zaid has the lowest average yield and a negative average profit. Seasonal differences therefore matter for both production and economics.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100" b="1"/>
              <a:t>RESULTS – CROP PROFITABILITY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Sugarcane: ₹817.2k</a:t>
            </a:r>
            <a:br/>
            <a:r>
              <a:rPr sz="1400" b="1"/>
              <a:t>Highest avg profit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Sugarcane: 46.94 t/ha</a:t>
            </a:r>
            <a:br/>
            <a:r>
              <a:rPr sz="1400" b="1"/>
              <a:t>Highest avg yield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crop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6583680" cy="3063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192024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Key insight</a:t>
            </a:r>
            <a:br/>
            <a:br/>
            <a:r>
              <a:rPr sz="1400" b="0"/>
              <a:t>Sugarcane leads on both average yield and average profit. Chilli is a close second in profitability (₹750.9k) despite yielding far less per hectare (1.54 t/ha vs 46.94 t/ha), showing that crop pricing and cost structure matter as much as yield for economic success.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100" b="1"/>
              <a:t>RESULTS – IRRIGATION COMPARISON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Drip: 6.62 t/ha</a:t>
            </a:r>
            <a:br/>
            <a:r>
              <a:rPr sz="1400" b="1"/>
              <a:t>Highest avg yield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Rainfed: 7.56 t/1000m³</a:t>
            </a:r>
            <a:br/>
            <a:r>
              <a:rPr sz="1400" b="1"/>
              <a:t>Highest efficiency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irrigati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6583680" cy="3063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192024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Key insight</a:t>
            </a:r>
            <a:br/>
            <a:br/>
            <a:r>
              <a:rPr sz="1400" b="0"/>
              <a:t>Drip irrigation records the highest average yield and profit, whereas Rainfed farms show the highest water-efficiency metric. Flood irrigation has lower average yield and water efficiency than Drip.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000" b="1"/>
              <a:t>RESULTS – FACTOR RELATIONSHIPS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Yield ↔ Water Efficiency</a:t>
            </a:r>
            <a:br/>
            <a:r>
              <a:rPr sz="1400" b="1"/>
              <a:t>r = 0.915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Yield ↔ Profit</a:t>
            </a:r>
            <a:br/>
            <a:r>
              <a:rPr sz="1400" b="1"/>
              <a:t>r = 0.490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water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50000"/>
            <a:ext cx="4382345" cy="2150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00000" y="1950000"/>
            <a:ext cx="6300000" cy="15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/>
              <a:t>Key insight</a:t>
            </a:r>
            <a:br/>
            <a:r>
              <a:rPr sz="1300" b="0"/>
              <a:t>Yield is strongly associated with water efficiency in this dataset. Profit also has a positive relationship with yield. Correlation indicates association, not causation, so the result should not be interpreted as proof that one variable directly causes another.</a:t>
            </a:r>
          </a:p>
        </p:txBody>
      </p:sp>
      <p:pic>
        <p:nvPicPr>
          <p:cNvPr id="33" name="Picture 32" descr="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50000"/>
            <a:ext cx="4272265" cy="215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00000" y="3650000"/>
            <a:ext cx="6300000" cy="16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/>
              <a:t>Interpretation</a:t>
            </a:r>
            <a:br/>
            <a:r>
              <a:rPr sz="1200" b="0"/>
              <a:t>Water efficiency is the strongest measured association with yield in the provided numeric variables.</a:t>
            </a:r>
            <a:br/>
            <a:r>
              <a:rPr sz="1200" b="0"/>
              <a:t>Rainfall, temperature, humidity and soil moisture show very weak linear correlations with yield in this dataset.</a:t>
            </a:r>
            <a:br/>
            <a:r>
              <a:rPr sz="1200" b="0"/>
              <a:t>These findings describe the observed data and should be validated with further statistical modelling.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sz="2200" b="1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NEXT STEPS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EXTENSIONS</a:t>
            </a:r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685800" y="18288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/>
              <a:t>Build predictive models for yield and profit.</a:t>
            </a:r>
          </a:p>
          <a:p>
            <a:pPr>
              <a:spcAft>
                <a:spcPts val="700"/>
              </a:spcAft>
            </a:pPr>
            <a:r>
              <a:rPr sz="1500"/>
              <a:t>Analyze performance at state/district level.</a:t>
            </a:r>
          </a:p>
          <a:p>
            <a:pPr>
              <a:spcAft>
                <a:spcPts val="700"/>
              </a:spcAft>
            </a:pPr>
            <a:r>
              <a:rPr sz="1500"/>
              <a:t>Test interaction effects between season, crop and irrigation.</a:t>
            </a:r>
          </a:p>
          <a:p>
            <a:pPr>
              <a:spcAft>
                <a:spcPts val="700"/>
              </a:spcAft>
            </a:pPr>
            <a:r>
              <a:rPr sz="1500"/>
              <a:t>Use time-series data for multi-year seasonal forecasting.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050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/>
              <a:t>Develop an interactive dashboard.</a:t>
            </a:r>
          </a:p>
          <a:p>
            <a:pPr>
              <a:spcAft>
                <a:spcPts val="700"/>
              </a:spcAft>
            </a:pPr>
            <a:r>
              <a:rPr sz="1500"/>
              <a:t>Add anomaly detection for unusual seasonal outcomes.</a:t>
            </a:r>
          </a:p>
          <a:p>
            <a:pPr>
              <a:spcAft>
                <a:spcPts val="700"/>
              </a:spcAft>
            </a:pPr>
            <a:r>
              <a:rPr sz="1500"/>
              <a:t>Compare input costs with marginal yield/profit gains.</a:t>
            </a:r>
          </a:p>
          <a:p>
            <a:pPr>
              <a:spcAft>
                <a:spcPts val="700"/>
              </a:spcAft>
            </a:pPr>
            <a:r>
              <a:rPr sz="1500"/>
              <a:t>Validate findings on larger, real-world agricultural datasets.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sz="2200" b="1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REPOSITORY STATUS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0">
                <a:hlinkClick xmlns:r="http://schemas.openxmlformats.org/officeDocument/2006/relationships" r:id="rId3"/>
              </a:rPr>
              <a:t>github.com/abhishektiwari36/Seasonal-Agriculture-Performance-Analysis</a:t>
            </a:r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914400" y="2011680"/>
            <a:ext cx="9326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GitHub repository:</a:t>
            </a:r>
            <a:br/>
            <a:r>
              <a:rPr sz="1600" b="0" u="sng">
                <a:solidFill>
                  <a:schemeClr val="accent1"/>
                </a:solidFill>
                <a:hlinkClick xmlns:r="http://schemas.openxmlformats.org/officeDocument/2006/relationships" r:id="rId3"/>
              </a:rPr>
              <a:t>https://github.com/abhishektiwari36/Seasonal-Agriculture-Performance-Analysis</a:t>
            </a:r>
            <a:br/>
            <a:br/>
            <a:r>
              <a:rPr sz="1600" b="0"/>
              <a:t>The analysis is uploaded with:</a:t>
            </a:r>
            <a:br/>
            <a:r>
              <a:rPr sz="1600" b="0"/>
              <a:t>• Jupyter Notebook</a:t>
            </a:r>
            <a:br/>
            <a:r>
              <a:rPr sz="1600" b="0"/>
              <a:t>• seasonal_agriculture_performance_dataset.csv</a:t>
            </a:r>
            <a:br/>
            <a:r>
              <a:rPr sz="1600" b="0"/>
              <a:t>• Generated visualizations</a:t>
            </a:r>
            <a:br/>
            <a:r>
              <a:rPr sz="1600" b="0"/>
              <a:t>• Project PPT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sz="2000" b="1"/>
              <a:t>VOIS Course completion certificate -</a:t>
            </a:r>
            <a:br/>
            <a:r>
              <a:rPr sz="2000" b="1"/>
              <a:t>Course name- Data Visualization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CERTIFICATE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0"/>
              <a:t>Presented to Abhishek Tiwari</a:t>
            </a:r>
            <a:endParaRPr lang="en-GB" sz="2000" dirty="0"/>
          </a:p>
        </p:txBody>
      </p:sp>
      <p:pic>
        <p:nvPicPr>
          <p:cNvPr id="24" name="VOIS Certific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742" y="2100000"/>
            <a:ext cx="5868515" cy="4150000"/>
          </a:xfrm>
          <a:prstGeom prst="rect">
            <a:avLst/>
          </a:prstGeom>
          <a:ln w="12700">
            <a:solidFill>
              <a:schemeClr val="tx1">
                <a:lumMod val="35000"/>
                <a:lumOff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sz="2800" b="1"/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sz="1800" b="1"/>
              <a:t>Abhishek Tiwari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/>
              <a:t>Lovely Professional University</a:t>
            </a:r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AICTE STU ID</a:t>
            </a:r>
            <a:br/>
            <a:r>
              <a:rPr sz="1400" b="1"/>
              <a:t>STU6a6712e6035db1785139942</a:t>
            </a:r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71</Words>
  <Application>Microsoft Office PowerPoint</Application>
  <PresentationFormat>Widescreen</PresentationFormat>
  <Paragraphs>18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97</cp:revision>
  <dcterms:created xsi:type="dcterms:W3CDTF">2021-07-11T13:13:15Z</dcterms:created>
  <dcterms:modified xsi:type="dcterms:W3CDTF">2026-09-02T10:35:59Z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