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media/image1.jfif" ContentType="image/jpeg"/>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7" r:id="rId4"/>
  </p:sldMasterIdLst>
  <p:notesMasterIdLst>
    <p:notesMasterId r:id="rId19"/>
  </p:notesMasterIdLst>
  <p:handoutMasterIdLst>
    <p:handoutMasterId r:id="rId20"/>
  </p:handoutMasterIdLst>
  <p:sldIdLst>
    <p:sldId id="338" r:id="rId5"/>
    <p:sldId id="327" r:id="rId6"/>
    <p:sldId id="315" r:id="rId7"/>
    <p:sldId id="329" r:id="rId8"/>
    <p:sldId id="302" r:id="rId9"/>
    <p:sldId id="339" r:id="rId10"/>
    <p:sldId id="340" r:id="rId11"/>
    <p:sldId id="344" r:id="rId12"/>
    <p:sldId id="345" r:id="rId13"/>
    <p:sldId id="346" r:id="rId14"/>
    <p:sldId id="341" r:id="rId15"/>
    <p:sldId id="342" r:id="rId16"/>
    <p:sldId id="343" r:id="rId17"/>
    <p:sldId id="304"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68" userDrawn="1">
          <p15:clr>
            <a:srgbClr val="A4A3A4"/>
          </p15:clr>
        </p15:guide>
        <p15:guide id="2" pos="408" userDrawn="1">
          <p15:clr>
            <a:srgbClr val="A4A3A4"/>
          </p15:clr>
        </p15:guide>
        <p15:guide id="3" orient="horz" pos="3912" userDrawn="1">
          <p15:clr>
            <a:srgbClr val="A4A3A4"/>
          </p15:clr>
        </p15:guide>
        <p15:guide id="4" pos="7272" userDrawn="1">
          <p15:clr>
            <a:srgbClr val="A4A3A4"/>
          </p15:clr>
        </p15:guide>
        <p15:guide id="5" orient="horz" pos="165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419AE38-882F-1515-E21D-2DA2765CE3A3}" v="2" dt="2026-09-02T10:33:37.143"/>
    <p1510:client id="{BA573E70-4CE7-E3DA-403D-1D1B358A6CED}" v="45" dt="2026-09-02T10:11:53.372"/>
  </p1510:revLst>
</p1510:revInfo>
</file>

<file path=ppt/tableStyles.xml><?xml version="1.0" encoding="utf-8"?>
<a:tblStyleLst xmlns:a="http://schemas.openxmlformats.org/drawingml/2006/main" def="{6E25E649-3F16-4E02-A733-19D2CDBF48F0}">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085" autoAdjust="0"/>
    <p:restoredTop sz="95033" autoAdjust="0"/>
  </p:normalViewPr>
  <p:slideViewPr>
    <p:cSldViewPr snapToGrid="0">
      <p:cViewPr varScale="1">
        <p:scale>
          <a:sx n="82" d="100"/>
          <a:sy n="82" d="100"/>
        </p:scale>
        <p:origin x="624" y="72"/>
      </p:cViewPr>
      <p:guideLst>
        <p:guide orient="horz" pos="1968"/>
        <p:guide pos="408"/>
        <p:guide orient="horz" pos="3912"/>
        <p:guide pos="7272"/>
        <p:guide orient="horz" pos="1656"/>
      </p:guideLst>
    </p:cSldViewPr>
  </p:slideViewPr>
  <p:outlineViewPr>
    <p:cViewPr>
      <p:scale>
        <a:sx n="33" d="100"/>
        <a:sy n="33" d="100"/>
      </p:scale>
      <p:origin x="0" y="-4886"/>
    </p:cViewPr>
  </p:outlineViewPr>
  <p:notesTextViewPr>
    <p:cViewPr>
      <p:scale>
        <a:sx n="3" d="2"/>
        <a:sy n="3" d="2"/>
      </p:scale>
      <p:origin x="0" y="0"/>
    </p:cViewPr>
  </p:notesTextViewPr>
  <p:sorterViewPr>
    <p:cViewPr>
      <p:scale>
        <a:sx n="110" d="100"/>
        <a:sy n="110" d="100"/>
      </p:scale>
      <p:origin x="0" y="-965"/>
    </p:cViewPr>
  </p:sorterViewPr>
  <p:notesViewPr>
    <p:cSldViewPr snapToGrid="0">
      <p:cViewPr varScale="1">
        <p:scale>
          <a:sx n="60" d="100"/>
          <a:sy n="60" d="100"/>
        </p:scale>
        <p:origin x="3187" y="48"/>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notesMaster" Target="notesMasters/notesMaster1.xml"/><Relationship Id="rId20" Type="http://schemas.openxmlformats.org/officeDocument/2006/relationships/handoutMaster" Target="handoutMasters/handout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microsoft.com/office/2015/10/relationships/revisionInfo" Target="revisionInfo.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76F666D-E0C2-435B-BAA8-9287F9E5D38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19FEBCAF-CB3F-4928-91AA-D61472F880C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F1077DB-935E-4A0A-947A-D283B9F9F452}" type="datetimeFigureOut">
              <a:rPr lang="en-US" smtClean="0"/>
              <a:t>9/2/2026</a:t>
            </a:fld>
            <a:endParaRPr lang="en-US" dirty="0"/>
          </a:p>
        </p:txBody>
      </p:sp>
      <p:sp>
        <p:nvSpPr>
          <p:cNvPr id="4" name="Footer Placeholder 3">
            <a:extLst>
              <a:ext uri="{FF2B5EF4-FFF2-40B4-BE49-F238E27FC236}">
                <a16:creationId xmlns:a16="http://schemas.microsoft.com/office/drawing/2014/main" id="{69256698-63C6-4CCC-81CB-EA5604C30F1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B2467FDA-05D7-4760-A373-5D6AEAAF427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82C0B10-7CAE-41E4-AB02-7E8B1FF2B898}" type="slidenum">
              <a:rPr lang="en-US" smtClean="0"/>
              <a:t>‹#›</a:t>
            </a:fld>
            <a:endParaRPr lang="en-US" dirty="0"/>
          </a:p>
        </p:txBody>
      </p:sp>
    </p:spTree>
    <p:extLst>
      <p:ext uri="{BB962C8B-B14F-4D97-AF65-F5344CB8AC3E}">
        <p14:creationId xmlns:p14="http://schemas.microsoft.com/office/powerpoint/2010/main" val="36875375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9EC30E-1A71-4188-9BE7-E2A64929A436}" type="datetimeFigureOut">
              <a:rPr lang="en-US" noProof="0" smtClean="0"/>
              <a:t>9/2/2026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30193B-564F-4854-8A52-728F3FB19C85}" type="slidenum">
              <a:rPr lang="en-US" noProof="0" smtClean="0"/>
              <a:t>‹#›</a:t>
            </a:fld>
            <a:endParaRPr lang="en-US" noProof="0" dirty="0"/>
          </a:p>
        </p:txBody>
      </p:sp>
    </p:spTree>
    <p:extLst>
      <p:ext uri="{BB962C8B-B14F-4D97-AF65-F5344CB8AC3E}">
        <p14:creationId xmlns:p14="http://schemas.microsoft.com/office/powerpoint/2010/main" val="3603816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530193B-564F-4854-8A52-728F3FB19C85}" type="slidenum">
              <a:rPr lang="en-US" noProof="0" smtClean="0"/>
              <a:t>5</a:t>
            </a:fld>
            <a:endParaRPr lang="en-US" noProof="0" dirty="0"/>
          </a:p>
        </p:txBody>
      </p:sp>
    </p:spTree>
    <p:extLst>
      <p:ext uri="{BB962C8B-B14F-4D97-AF65-F5344CB8AC3E}">
        <p14:creationId xmlns:p14="http://schemas.microsoft.com/office/powerpoint/2010/main" val="25079122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7002203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60528460"/>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63766960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B712588-04B1-427B-82EE-E8DB90309F08}" type="datetimeFigureOut">
              <a:rPr lang="en-US" smtClean="0"/>
              <a:t>9/2/2026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smtClean="0"/>
              <a:t>‹#›</a:t>
            </a:fld>
            <a:endParaRPr lang="en-US" dirty="0"/>
          </a:p>
        </p:txBody>
      </p:sp>
    </p:spTree>
    <p:extLst>
      <p:ext uri="{BB962C8B-B14F-4D97-AF65-F5344CB8AC3E}">
        <p14:creationId xmlns:p14="http://schemas.microsoft.com/office/powerpoint/2010/main" val="2397459935"/>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9/2/2026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6323909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9/2/2026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9196543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9/2/2026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86897335"/>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smtClean="0"/>
              <a:t>9/2/2026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smtClean="0"/>
              <a:t>‹#›</a:t>
            </a:fld>
            <a:endParaRPr lang="en-US" dirty="0"/>
          </a:p>
        </p:txBody>
      </p:sp>
    </p:spTree>
    <p:extLst>
      <p:ext uri="{BB962C8B-B14F-4D97-AF65-F5344CB8AC3E}">
        <p14:creationId xmlns:p14="http://schemas.microsoft.com/office/powerpoint/2010/main" val="1589620618"/>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9/2/2026</a:t>
            </a:fld>
            <a:endParaRPr lang="en-US" dirty="0"/>
          </a:p>
        </p:txBody>
      </p:sp>
    </p:spTree>
    <p:extLst>
      <p:ext uri="{BB962C8B-B14F-4D97-AF65-F5344CB8AC3E}">
        <p14:creationId xmlns:p14="http://schemas.microsoft.com/office/powerpoint/2010/main" val="3530304514"/>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38109717"/>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322563127"/>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2847825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926250616"/>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33561930"/>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smtClean="0"/>
              <a:t>9/2/2026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smtClean="0"/>
              <a:t>‹#›</a:t>
            </a:fld>
            <a:endParaRPr lang="en-US" dirty="0"/>
          </a:p>
        </p:txBody>
      </p:sp>
    </p:spTree>
    <p:extLst>
      <p:ext uri="{BB962C8B-B14F-4D97-AF65-F5344CB8AC3E}">
        <p14:creationId xmlns:p14="http://schemas.microsoft.com/office/powerpoint/2010/main" val="877920135"/>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5619384"/>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Quote">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6FDA3C6F-5F6A-4D64-8BFE-AFFF58B1A047}"/>
              </a:ext>
            </a:extLst>
          </p:cNvPr>
          <p:cNvSpPr>
            <a:spLocks noGrp="1"/>
          </p:cNvSpPr>
          <p:nvPr>
            <p:ph type="body" sz="quarter" idx="11"/>
          </p:nvPr>
        </p:nvSpPr>
        <p:spPr>
          <a:xfrm>
            <a:off x="6312871" y="4141999"/>
            <a:ext cx="4220845" cy="861497"/>
          </a:xfrm>
          <a:prstGeom prst="rect">
            <a:avLst/>
          </a:prstGeom>
        </p:spPr>
        <p:txBody>
          <a:bodyPr/>
          <a:lstStyle>
            <a:lvl1pPr marL="0" indent="0">
              <a:buNone/>
              <a:defRPr sz="2000" b="1">
                <a:solidFill>
                  <a:schemeClr val="accent4"/>
                </a:solidFill>
                <a:latin typeface="+mj-lt"/>
              </a:defRPr>
            </a:lvl1pPr>
            <a:lvl2pPr>
              <a:buNone/>
              <a:defRPr sz="2000"/>
            </a:lvl2pPr>
          </a:lstStyle>
          <a:p>
            <a:pPr lvl="0"/>
            <a:r>
              <a:rPr lang="en-US"/>
              <a:t>Click to edit Master text styles</a:t>
            </a:r>
          </a:p>
          <a:p>
            <a:pPr lvl="1"/>
            <a:r>
              <a:rPr lang="en-US"/>
              <a:t>Second level</a:t>
            </a:r>
          </a:p>
        </p:txBody>
      </p:sp>
      <p:sp>
        <p:nvSpPr>
          <p:cNvPr id="15" name="Hexagon 14">
            <a:extLst>
              <a:ext uri="{FF2B5EF4-FFF2-40B4-BE49-F238E27FC236}">
                <a16:creationId xmlns:a16="http://schemas.microsoft.com/office/drawing/2014/main" id="{AC159667-7690-4645-986D-BE501438455F}"/>
              </a:ext>
            </a:extLst>
          </p:cNvPr>
          <p:cNvSpPr/>
          <p:nvPr userDrawn="1"/>
        </p:nvSpPr>
        <p:spPr>
          <a:xfrm>
            <a:off x="740309" y="1382809"/>
            <a:ext cx="1229566" cy="1059971"/>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Hexagon 15">
            <a:extLst>
              <a:ext uri="{FF2B5EF4-FFF2-40B4-BE49-F238E27FC236}">
                <a16:creationId xmlns:a16="http://schemas.microsoft.com/office/drawing/2014/main" id="{54667EE4-E77F-453B-BF8B-B1EE2AE80715}"/>
              </a:ext>
            </a:extLst>
          </p:cNvPr>
          <p:cNvSpPr/>
          <p:nvPr userDrawn="1"/>
        </p:nvSpPr>
        <p:spPr>
          <a:xfrm>
            <a:off x="3755031" y="1194620"/>
            <a:ext cx="1666162" cy="1436347"/>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Hexagon 16">
            <a:extLst>
              <a:ext uri="{FF2B5EF4-FFF2-40B4-BE49-F238E27FC236}">
                <a16:creationId xmlns:a16="http://schemas.microsoft.com/office/drawing/2014/main" id="{FC050232-A229-425F-BFC8-D50374F2D171}"/>
              </a:ext>
            </a:extLst>
          </p:cNvPr>
          <p:cNvSpPr/>
          <p:nvPr userDrawn="1"/>
        </p:nvSpPr>
        <p:spPr>
          <a:xfrm>
            <a:off x="3804994" y="5233183"/>
            <a:ext cx="718261" cy="619191"/>
          </a:xfrm>
          <a:prstGeom prst="hexagon">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Hexagon 17">
            <a:extLst>
              <a:ext uri="{FF2B5EF4-FFF2-40B4-BE49-F238E27FC236}">
                <a16:creationId xmlns:a16="http://schemas.microsoft.com/office/drawing/2014/main" id="{53E4EBC7-340A-43A5-9E23-4B73A6F700B6}"/>
              </a:ext>
            </a:extLst>
          </p:cNvPr>
          <p:cNvSpPr/>
          <p:nvPr userDrawn="1"/>
        </p:nvSpPr>
        <p:spPr>
          <a:xfrm>
            <a:off x="1837838" y="1101306"/>
            <a:ext cx="651613" cy="561736"/>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Picture Placeholder 18">
            <a:extLst>
              <a:ext uri="{FF2B5EF4-FFF2-40B4-BE49-F238E27FC236}">
                <a16:creationId xmlns:a16="http://schemas.microsoft.com/office/drawing/2014/main" id="{1ED0E31A-F0A3-481D-8D9C-E3C4531FD21D}"/>
              </a:ext>
            </a:extLst>
          </p:cNvPr>
          <p:cNvSpPr>
            <a:spLocks noGrp="1"/>
          </p:cNvSpPr>
          <p:nvPr>
            <p:ph type="pic" sz="quarter" idx="12"/>
          </p:nvPr>
        </p:nvSpPr>
        <p:spPr>
          <a:xfrm>
            <a:off x="1571515" y="1914044"/>
            <a:ext cx="3993624" cy="3617848"/>
          </a:xfrm>
          <a:custGeom>
            <a:avLst/>
            <a:gdLst>
              <a:gd name="connsiteX0" fmla="*/ 1223161 w 3993624"/>
              <a:gd name="connsiteY0" fmla="*/ 2354088 h 3617848"/>
              <a:gd name="connsiteX1" fmla="*/ 2057242 w 3993624"/>
              <a:gd name="connsiteY1" fmla="*/ 2354088 h 3617848"/>
              <a:gd name="connsiteX2" fmla="*/ 2373182 w 3993624"/>
              <a:gd name="connsiteY2" fmla="*/ 2985968 h 3617848"/>
              <a:gd name="connsiteX3" fmla="*/ 2057242 w 3993624"/>
              <a:gd name="connsiteY3" fmla="*/ 3617848 h 3617848"/>
              <a:gd name="connsiteX4" fmla="*/ 1223161 w 3993624"/>
              <a:gd name="connsiteY4" fmla="*/ 3617848 h 3617848"/>
              <a:gd name="connsiteX5" fmla="*/ 907221 w 3993624"/>
              <a:gd name="connsiteY5" fmla="*/ 2985968 h 3617848"/>
              <a:gd name="connsiteX6" fmla="*/ 2569631 w 3993624"/>
              <a:gd name="connsiteY6" fmla="*/ 1425984 h 3617848"/>
              <a:gd name="connsiteX7" fmla="*/ 3602417 w 3993624"/>
              <a:gd name="connsiteY7" fmla="*/ 1425984 h 3617848"/>
              <a:gd name="connsiteX8" fmla="*/ 3993624 w 3993624"/>
              <a:gd name="connsiteY8" fmla="*/ 2208398 h 3617848"/>
              <a:gd name="connsiteX9" fmla="*/ 3602417 w 3993624"/>
              <a:gd name="connsiteY9" fmla="*/ 2990812 h 3617848"/>
              <a:gd name="connsiteX10" fmla="*/ 2569631 w 3993624"/>
              <a:gd name="connsiteY10" fmla="*/ 2990812 h 3617848"/>
              <a:gd name="connsiteX11" fmla="*/ 2178424 w 3993624"/>
              <a:gd name="connsiteY11" fmla="*/ 2208398 h 3617848"/>
              <a:gd name="connsiteX12" fmla="*/ 551406 w 3993624"/>
              <a:gd name="connsiteY12" fmla="*/ 0 h 3617848"/>
              <a:gd name="connsiteX13" fmla="*/ 2007117 w 3993624"/>
              <a:gd name="connsiteY13" fmla="*/ 0 h 3617848"/>
              <a:gd name="connsiteX14" fmla="*/ 2558523 w 3993624"/>
              <a:gd name="connsiteY14" fmla="*/ 1102811 h 3617848"/>
              <a:gd name="connsiteX15" fmla="*/ 2007117 w 3993624"/>
              <a:gd name="connsiteY15" fmla="*/ 2205622 h 3617848"/>
              <a:gd name="connsiteX16" fmla="*/ 551406 w 3993624"/>
              <a:gd name="connsiteY16" fmla="*/ 2205622 h 3617848"/>
              <a:gd name="connsiteX17" fmla="*/ 0 w 3993624"/>
              <a:gd name="connsiteY17" fmla="*/ 1102811 h 36178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993624" h="3617848">
                <a:moveTo>
                  <a:pt x="1223161" y="2354088"/>
                </a:moveTo>
                <a:lnTo>
                  <a:pt x="2057242" y="2354088"/>
                </a:lnTo>
                <a:lnTo>
                  <a:pt x="2373182" y="2985968"/>
                </a:lnTo>
                <a:lnTo>
                  <a:pt x="2057242" y="3617848"/>
                </a:lnTo>
                <a:lnTo>
                  <a:pt x="1223161" y="3617848"/>
                </a:lnTo>
                <a:lnTo>
                  <a:pt x="907221" y="2985968"/>
                </a:lnTo>
                <a:close/>
                <a:moveTo>
                  <a:pt x="2569631" y="1425984"/>
                </a:moveTo>
                <a:lnTo>
                  <a:pt x="3602417" y="1425984"/>
                </a:lnTo>
                <a:lnTo>
                  <a:pt x="3993624" y="2208398"/>
                </a:lnTo>
                <a:lnTo>
                  <a:pt x="3602417" y="2990812"/>
                </a:lnTo>
                <a:lnTo>
                  <a:pt x="2569631" y="2990812"/>
                </a:lnTo>
                <a:lnTo>
                  <a:pt x="2178424" y="2208398"/>
                </a:lnTo>
                <a:close/>
                <a:moveTo>
                  <a:pt x="551406" y="0"/>
                </a:moveTo>
                <a:lnTo>
                  <a:pt x="2007117" y="0"/>
                </a:lnTo>
                <a:lnTo>
                  <a:pt x="2558523" y="1102811"/>
                </a:lnTo>
                <a:lnTo>
                  <a:pt x="2007117" y="2205622"/>
                </a:lnTo>
                <a:lnTo>
                  <a:pt x="551406" y="2205622"/>
                </a:lnTo>
                <a:lnTo>
                  <a:pt x="0" y="1102811"/>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03E68100-C56F-4515-A4FD-3F301797E78F}"/>
              </a:ext>
            </a:extLst>
          </p:cNvPr>
          <p:cNvSpPr>
            <a:spLocks noGrp="1"/>
          </p:cNvSpPr>
          <p:nvPr>
            <p:ph type="title"/>
          </p:nvPr>
        </p:nvSpPr>
        <p:spPr>
          <a:xfrm>
            <a:off x="6312871" y="2050552"/>
            <a:ext cx="4998720" cy="1748983"/>
          </a:xfrm>
          <a:prstGeom prst="rect">
            <a:avLst/>
          </a:prstGeom>
        </p:spPr>
        <p:txBody>
          <a:bodyPr/>
          <a:lstStyle>
            <a:lvl1pPr>
              <a:defRPr sz="2800">
                <a:solidFill>
                  <a:schemeClr val="tx1"/>
                </a:solidFill>
                <a:latin typeface="+mn-lt"/>
              </a:defRPr>
            </a:lvl1pPr>
          </a:lstStyle>
          <a:p>
            <a:r>
              <a:rPr lang="en-US"/>
              <a:t>Click to edit Master title style</a:t>
            </a:r>
          </a:p>
        </p:txBody>
      </p:sp>
    </p:spTree>
    <p:extLst>
      <p:ext uri="{BB962C8B-B14F-4D97-AF65-F5344CB8AC3E}">
        <p14:creationId xmlns:p14="http://schemas.microsoft.com/office/powerpoint/2010/main" val="1409194673"/>
      </p:ext>
    </p:extLst>
  </p:cSld>
  <p:clrMapOvr>
    <a:masterClrMapping/>
  </p:clrMapOvr>
  <p:extLst>
    <p:ext uri="{DCECCB84-F9BA-43D5-87BE-67443E8EF086}">
      <p15:sldGuideLst xmlns:p15="http://schemas.microsoft.com/office/powerpoint/2012/main">
        <p15:guide id="1" orient="horz" pos="127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Introduction">
    <p:spTree>
      <p:nvGrpSpPr>
        <p:cNvPr id="1" name=""/>
        <p:cNvGrpSpPr/>
        <p:nvPr/>
      </p:nvGrpSpPr>
      <p:grpSpPr>
        <a:xfrm>
          <a:off x="0" y="0"/>
          <a:ext cx="0" cy="0"/>
          <a:chOff x="0" y="0"/>
          <a:chExt cx="0" cy="0"/>
        </a:xfrm>
      </p:grpSpPr>
      <p:sp>
        <p:nvSpPr>
          <p:cNvPr id="10" name="Oval 9">
            <a:extLst>
              <a:ext uri="{FF2B5EF4-FFF2-40B4-BE49-F238E27FC236}">
                <a16:creationId xmlns:a16="http://schemas.microsoft.com/office/drawing/2014/main" id="{24FAA9D0-7C9C-4043-9931-A15819ABB9B5}"/>
              </a:ext>
            </a:extLst>
          </p:cNvPr>
          <p:cNvSpPr/>
          <p:nvPr userDrawn="1"/>
        </p:nvSpPr>
        <p:spPr>
          <a:xfrm>
            <a:off x="7362825" y="443263"/>
            <a:ext cx="361950" cy="36195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4" name="Oval 13">
            <a:extLst>
              <a:ext uri="{FF2B5EF4-FFF2-40B4-BE49-F238E27FC236}">
                <a16:creationId xmlns:a16="http://schemas.microsoft.com/office/drawing/2014/main" id="{E232AB2D-843E-4B5F-8793-6A263DA356BB}"/>
              </a:ext>
            </a:extLst>
          </p:cNvPr>
          <p:cNvSpPr/>
          <p:nvPr userDrawn="1"/>
        </p:nvSpPr>
        <p:spPr>
          <a:xfrm>
            <a:off x="11007246" y="5605994"/>
            <a:ext cx="654227" cy="65422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6" name="Oval 15">
            <a:extLst>
              <a:ext uri="{FF2B5EF4-FFF2-40B4-BE49-F238E27FC236}">
                <a16:creationId xmlns:a16="http://schemas.microsoft.com/office/drawing/2014/main" id="{FA75A12B-C399-4072-BD69-D872D2C2AD1F}"/>
              </a:ext>
            </a:extLst>
          </p:cNvPr>
          <p:cNvSpPr/>
          <p:nvPr userDrawn="1"/>
        </p:nvSpPr>
        <p:spPr>
          <a:xfrm>
            <a:off x="10683791" y="6132439"/>
            <a:ext cx="251152" cy="251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23" name="Picture Placeholder 22">
            <a:extLst>
              <a:ext uri="{FF2B5EF4-FFF2-40B4-BE49-F238E27FC236}">
                <a16:creationId xmlns:a16="http://schemas.microsoft.com/office/drawing/2014/main" id="{423AE48B-50E9-4BEA-B66A-B2D2B9CCFE9C}"/>
              </a:ext>
            </a:extLst>
          </p:cNvPr>
          <p:cNvSpPr>
            <a:spLocks noGrp="1"/>
          </p:cNvSpPr>
          <p:nvPr>
            <p:ph type="pic" sz="quarter" idx="10"/>
          </p:nvPr>
        </p:nvSpPr>
        <p:spPr>
          <a:xfrm>
            <a:off x="5733416" y="624239"/>
            <a:ext cx="5855754" cy="5631571"/>
          </a:xfrm>
          <a:custGeom>
            <a:avLst/>
            <a:gdLst>
              <a:gd name="connsiteX0" fmla="*/ 3433020 w 5855754"/>
              <a:gd name="connsiteY0" fmla="*/ 786103 h 5631571"/>
              <a:gd name="connsiteX1" fmla="*/ 5855754 w 5855754"/>
              <a:gd name="connsiteY1" fmla="*/ 3208837 h 5631571"/>
              <a:gd name="connsiteX2" fmla="*/ 3433020 w 5855754"/>
              <a:gd name="connsiteY2" fmla="*/ 5631571 h 5631571"/>
              <a:gd name="connsiteX3" fmla="*/ 1010286 w 5855754"/>
              <a:gd name="connsiteY3" fmla="*/ 3208837 h 5631571"/>
              <a:gd name="connsiteX4" fmla="*/ 3433020 w 5855754"/>
              <a:gd name="connsiteY4" fmla="*/ 786103 h 5631571"/>
              <a:gd name="connsiteX5" fmla="*/ 828675 w 5855754"/>
              <a:gd name="connsiteY5" fmla="*/ 0 h 5631571"/>
              <a:gd name="connsiteX6" fmla="*/ 1657350 w 5855754"/>
              <a:gd name="connsiteY6" fmla="*/ 828675 h 5631571"/>
              <a:gd name="connsiteX7" fmla="*/ 828675 w 5855754"/>
              <a:gd name="connsiteY7" fmla="*/ 1657350 h 5631571"/>
              <a:gd name="connsiteX8" fmla="*/ 0 w 5855754"/>
              <a:gd name="connsiteY8" fmla="*/ 828675 h 5631571"/>
              <a:gd name="connsiteX9" fmla="*/ 828675 w 5855754"/>
              <a:gd name="connsiteY9" fmla="*/ 0 h 5631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55754" h="5631571">
                <a:moveTo>
                  <a:pt x="3433020" y="786103"/>
                </a:moveTo>
                <a:cubicBezTo>
                  <a:pt x="4771059" y="786103"/>
                  <a:pt x="5855754" y="1870798"/>
                  <a:pt x="5855754" y="3208837"/>
                </a:cubicBezTo>
                <a:cubicBezTo>
                  <a:pt x="5855754" y="4546876"/>
                  <a:pt x="4771059" y="5631571"/>
                  <a:pt x="3433020" y="5631571"/>
                </a:cubicBezTo>
                <a:cubicBezTo>
                  <a:pt x="2094981" y="5631571"/>
                  <a:pt x="1010286" y="4546876"/>
                  <a:pt x="1010286" y="3208837"/>
                </a:cubicBezTo>
                <a:cubicBezTo>
                  <a:pt x="1010286" y="1870798"/>
                  <a:pt x="2094981" y="786103"/>
                  <a:pt x="3433020" y="786103"/>
                </a:cubicBezTo>
                <a:close/>
                <a:moveTo>
                  <a:pt x="828675" y="0"/>
                </a:moveTo>
                <a:cubicBezTo>
                  <a:pt x="1286340" y="0"/>
                  <a:pt x="1657350" y="371010"/>
                  <a:pt x="1657350" y="828675"/>
                </a:cubicBezTo>
                <a:cubicBezTo>
                  <a:pt x="1657350" y="1286340"/>
                  <a:pt x="1286340" y="1657350"/>
                  <a:pt x="828675" y="1657350"/>
                </a:cubicBezTo>
                <a:cubicBezTo>
                  <a:pt x="371010" y="1657350"/>
                  <a:pt x="0" y="1286340"/>
                  <a:pt x="0" y="828675"/>
                </a:cubicBezTo>
                <a:cubicBezTo>
                  <a:pt x="0" y="371010"/>
                  <a:pt x="371010" y="0"/>
                  <a:pt x="828675" y="0"/>
                </a:cubicBezTo>
                <a:close/>
              </a:path>
            </a:pathLst>
          </a:custGeom>
        </p:spPr>
        <p:txBody>
          <a:bodyPr wrap="square" anchor="ctr">
            <a:noAutofit/>
          </a:bodyPr>
          <a:lstStyle>
            <a:lvl1pPr algn="ctr">
              <a:buNone/>
              <a:defRPr/>
            </a:lvl1pPr>
          </a:lstStyle>
          <a:p>
            <a:r>
              <a:rPr lang="en-US"/>
              <a:t>Click icon to add picture</a:t>
            </a:r>
            <a:endParaRPr lang="en-US" dirty="0"/>
          </a:p>
        </p:txBody>
      </p:sp>
      <p:sp>
        <p:nvSpPr>
          <p:cNvPr id="27" name="Text Placeholder 26">
            <a:extLst>
              <a:ext uri="{FF2B5EF4-FFF2-40B4-BE49-F238E27FC236}">
                <a16:creationId xmlns:a16="http://schemas.microsoft.com/office/drawing/2014/main" id="{282D3E62-6D1A-4E9D-BE54-2EED9BF429A4}"/>
              </a:ext>
            </a:extLst>
          </p:cNvPr>
          <p:cNvSpPr>
            <a:spLocks noGrp="1"/>
          </p:cNvSpPr>
          <p:nvPr>
            <p:ph type="body" sz="quarter" idx="12"/>
          </p:nvPr>
        </p:nvSpPr>
        <p:spPr>
          <a:xfrm>
            <a:off x="660400" y="2044700"/>
            <a:ext cx="4275138" cy="3560763"/>
          </a:xfrm>
          <a:prstGeom prst="rect">
            <a:avLst/>
          </a:prstGeom>
        </p:spPr>
        <p:txBody>
          <a:bodyPr/>
          <a:lstStyle>
            <a:lvl1pPr>
              <a:lnSpc>
                <a:spcPct val="150000"/>
              </a:lnSpc>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2000"/>
            </a:lvl2pPr>
            <a:lvl3pPr>
              <a:buClr>
                <a:schemeClr val="accent4"/>
              </a:buClr>
              <a:buFont typeface="Wingdings" panose="05000000000000000000" pitchFamily="2" charset="2"/>
              <a:buChar char="§"/>
              <a:defRPr sz="1800"/>
            </a:lvl3pPr>
            <a:lvl4pPr>
              <a:buClr>
                <a:schemeClr val="accent4"/>
              </a:buClr>
              <a:buFont typeface="Wingdings" panose="05000000000000000000" pitchFamily="2" charset="2"/>
              <a:buChar char="§"/>
              <a:defRPr sz="1800"/>
            </a:lvl4pPr>
            <a:lvl5pPr>
              <a:buClr>
                <a:schemeClr val="accent4"/>
              </a:buClr>
              <a:buFont typeface="Wingdings" panose="05000000000000000000" pitchFamily="2" charset="2"/>
              <a:buChar char="§"/>
              <a:defRPr sz="1800"/>
            </a:lvl5pPr>
          </a:lstStyle>
          <a:p>
            <a:pPr lvl="0"/>
            <a:r>
              <a:rPr lang="en-US"/>
              <a:t>Click to edit Master text styles</a:t>
            </a:r>
          </a:p>
        </p:txBody>
      </p:sp>
      <p:sp>
        <p:nvSpPr>
          <p:cNvPr id="8" name="Title 1">
            <a:extLst>
              <a:ext uri="{FF2B5EF4-FFF2-40B4-BE49-F238E27FC236}">
                <a16:creationId xmlns:a16="http://schemas.microsoft.com/office/drawing/2014/main" id="{DEB8F0E5-B89F-48AD-87BD-534EA9463CD3}"/>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75139580"/>
      </p:ext>
    </p:extLst>
  </p:cSld>
  <p:clrMapOvr>
    <a:masterClrMapping/>
  </p:clrMapOvr>
  <p:extLst>
    <p:ext uri="{DCECCB84-F9BA-43D5-87BE-67443E8EF086}">
      <p15:sldGuideLst xmlns:p15="http://schemas.microsoft.com/office/powerpoint/2012/main">
        <p15:guide id="1" orient="horz" pos="21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sp>
        <p:nvSpPr>
          <p:cNvPr id="10" name="Text Placeholder 26">
            <a:extLst>
              <a:ext uri="{FF2B5EF4-FFF2-40B4-BE49-F238E27FC236}">
                <a16:creationId xmlns:a16="http://schemas.microsoft.com/office/drawing/2014/main" id="{4AA38E8C-A334-4183-8ABC-112B8517F487}"/>
              </a:ext>
            </a:extLst>
          </p:cNvPr>
          <p:cNvSpPr>
            <a:spLocks noGrp="1"/>
          </p:cNvSpPr>
          <p:nvPr>
            <p:ph type="body" sz="quarter" idx="12"/>
          </p:nvPr>
        </p:nvSpPr>
        <p:spPr>
          <a:xfrm>
            <a:off x="660400" y="2044700"/>
            <a:ext cx="4275138" cy="3560763"/>
          </a:xfrm>
          <a:prstGeom prst="rect">
            <a:avLst/>
          </a:prstGeom>
        </p:spPr>
        <p:txBody>
          <a:bodyPr/>
          <a:lstStyle>
            <a:lvl1pPr>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1800"/>
            </a:lvl2pPr>
            <a:lvl3pPr>
              <a:buClr>
                <a:schemeClr val="accent4"/>
              </a:buClr>
              <a:buFont typeface="Wingdings" panose="05000000000000000000" pitchFamily="2" charset="2"/>
              <a:buChar char="§"/>
              <a:defRPr sz="1600"/>
            </a:lvl3pPr>
            <a:lvl4pPr>
              <a:buClr>
                <a:schemeClr val="accent4"/>
              </a:buClr>
              <a:buFont typeface="Wingdings" panose="05000000000000000000" pitchFamily="2" charset="2"/>
              <a:buChar char="§"/>
              <a:defRPr sz="1600"/>
            </a:lvl4pPr>
            <a:lvl5pPr>
              <a:buClr>
                <a:schemeClr val="accent4"/>
              </a:buClr>
              <a:buFont typeface="Wingdings" panose="05000000000000000000" pitchFamily="2" charset="2"/>
              <a:buChar char="§"/>
              <a:defRPr sz="1600"/>
            </a:lvl5pPr>
          </a:lstStyle>
          <a:p>
            <a:pPr lvl="0"/>
            <a:r>
              <a:rPr lang="en-US"/>
              <a:t>Click to edit Master text styles</a:t>
            </a:r>
          </a:p>
        </p:txBody>
      </p:sp>
      <p:sp>
        <p:nvSpPr>
          <p:cNvPr id="19" name="Rectangle 18">
            <a:extLst>
              <a:ext uri="{FF2B5EF4-FFF2-40B4-BE49-F238E27FC236}">
                <a16:creationId xmlns:a16="http://schemas.microsoft.com/office/drawing/2014/main" id="{B80624A4-5116-4AAF-8C31-C25D1DB16FEC}"/>
              </a:ext>
            </a:extLst>
          </p:cNvPr>
          <p:cNvSpPr/>
          <p:nvPr userDrawn="1"/>
        </p:nvSpPr>
        <p:spPr>
          <a:xfrm>
            <a:off x="9354457" y="5363987"/>
            <a:ext cx="457200" cy="4572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1D07EC8A-6024-4DEA-9C4D-AE4228E17854}"/>
              </a:ext>
            </a:extLst>
          </p:cNvPr>
          <p:cNvSpPr/>
          <p:nvPr userDrawn="1"/>
        </p:nvSpPr>
        <p:spPr>
          <a:xfrm>
            <a:off x="6692791" y="1699889"/>
            <a:ext cx="319749" cy="31974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D1C8FAEF-DF78-48CC-AEEF-F9B802055C05}"/>
              </a:ext>
            </a:extLst>
          </p:cNvPr>
          <p:cNvSpPr/>
          <p:nvPr userDrawn="1"/>
        </p:nvSpPr>
        <p:spPr>
          <a:xfrm>
            <a:off x="9354457" y="5897738"/>
            <a:ext cx="179977" cy="17997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a:extLst>
              <a:ext uri="{FF2B5EF4-FFF2-40B4-BE49-F238E27FC236}">
                <a16:creationId xmlns:a16="http://schemas.microsoft.com/office/drawing/2014/main" id="{566F72D6-AEEE-4CF3-8136-F6782F1E489E}"/>
              </a:ext>
            </a:extLst>
          </p:cNvPr>
          <p:cNvSpPr>
            <a:spLocks noGrp="1"/>
          </p:cNvSpPr>
          <p:nvPr>
            <p:ph type="pic" sz="quarter" idx="13"/>
          </p:nvPr>
        </p:nvSpPr>
        <p:spPr>
          <a:xfrm>
            <a:off x="7090227" y="786181"/>
            <a:ext cx="4441372" cy="5393036"/>
          </a:xfrm>
          <a:custGeom>
            <a:avLst/>
            <a:gdLst>
              <a:gd name="connsiteX0" fmla="*/ 0 w 4441372"/>
              <a:gd name="connsiteY0" fmla="*/ 3188969 h 5393036"/>
              <a:gd name="connsiteX1" fmla="*/ 2173516 w 4441372"/>
              <a:gd name="connsiteY1" fmla="*/ 3188969 h 5393036"/>
              <a:gd name="connsiteX2" fmla="*/ 2173516 w 4441372"/>
              <a:gd name="connsiteY2" fmla="*/ 5393036 h 5393036"/>
              <a:gd name="connsiteX3" fmla="*/ 0 w 4441372"/>
              <a:gd name="connsiteY3" fmla="*/ 5393036 h 5393036"/>
              <a:gd name="connsiteX4" fmla="*/ 2267856 w 4441372"/>
              <a:gd name="connsiteY4" fmla="*/ 2293018 h 5393036"/>
              <a:gd name="connsiteX5" fmla="*/ 4441372 w 4441372"/>
              <a:gd name="connsiteY5" fmla="*/ 2293018 h 5393036"/>
              <a:gd name="connsiteX6" fmla="*/ 4441372 w 4441372"/>
              <a:gd name="connsiteY6" fmla="*/ 4497085 h 5393036"/>
              <a:gd name="connsiteX7" fmla="*/ 2267856 w 4441372"/>
              <a:gd name="connsiteY7" fmla="*/ 4497085 h 5393036"/>
              <a:gd name="connsiteX8" fmla="*/ 0 w 4441372"/>
              <a:gd name="connsiteY8" fmla="*/ 906837 h 5393036"/>
              <a:gd name="connsiteX9" fmla="*/ 2173516 w 4441372"/>
              <a:gd name="connsiteY9" fmla="*/ 906837 h 5393036"/>
              <a:gd name="connsiteX10" fmla="*/ 2173516 w 4441372"/>
              <a:gd name="connsiteY10" fmla="*/ 3110904 h 5393036"/>
              <a:gd name="connsiteX11" fmla="*/ 0 w 4441372"/>
              <a:gd name="connsiteY11" fmla="*/ 3110904 h 5393036"/>
              <a:gd name="connsiteX12" fmla="*/ 2267856 w 4441372"/>
              <a:gd name="connsiteY12" fmla="*/ 0 h 5393036"/>
              <a:gd name="connsiteX13" fmla="*/ 4441372 w 4441372"/>
              <a:gd name="connsiteY13" fmla="*/ 0 h 5393036"/>
              <a:gd name="connsiteX14" fmla="*/ 4441372 w 4441372"/>
              <a:gd name="connsiteY14" fmla="*/ 2204067 h 5393036"/>
              <a:gd name="connsiteX15" fmla="*/ 2267856 w 4441372"/>
              <a:gd name="connsiteY15" fmla="*/ 2204067 h 5393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41372" h="5393036">
                <a:moveTo>
                  <a:pt x="0" y="3188969"/>
                </a:moveTo>
                <a:lnTo>
                  <a:pt x="2173516" y="3188969"/>
                </a:lnTo>
                <a:lnTo>
                  <a:pt x="2173516" y="5393036"/>
                </a:lnTo>
                <a:lnTo>
                  <a:pt x="0" y="5393036"/>
                </a:lnTo>
                <a:close/>
                <a:moveTo>
                  <a:pt x="2267856" y="2293018"/>
                </a:moveTo>
                <a:lnTo>
                  <a:pt x="4441372" y="2293018"/>
                </a:lnTo>
                <a:lnTo>
                  <a:pt x="4441372" y="4497085"/>
                </a:lnTo>
                <a:lnTo>
                  <a:pt x="2267856" y="4497085"/>
                </a:lnTo>
                <a:close/>
                <a:moveTo>
                  <a:pt x="0" y="906837"/>
                </a:moveTo>
                <a:lnTo>
                  <a:pt x="2173516" y="906837"/>
                </a:lnTo>
                <a:lnTo>
                  <a:pt x="2173516" y="3110904"/>
                </a:lnTo>
                <a:lnTo>
                  <a:pt x="0" y="3110904"/>
                </a:lnTo>
                <a:close/>
                <a:moveTo>
                  <a:pt x="2267856" y="0"/>
                </a:moveTo>
                <a:lnTo>
                  <a:pt x="4441372" y="0"/>
                </a:lnTo>
                <a:lnTo>
                  <a:pt x="4441372" y="2204067"/>
                </a:lnTo>
                <a:lnTo>
                  <a:pt x="2267856" y="2204067"/>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459DADC7-BE21-4434-A6E4-BAF809005389}"/>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1591254852"/>
      </p:ext>
    </p:extLst>
  </p:cSld>
  <p:clrMapOvr>
    <a:masterClrMapping/>
  </p:clrMapOvr>
  <p:extLst>
    <p:ext uri="{DCECCB84-F9BA-43D5-87BE-67443E8EF086}">
      <p15:sldGuideLst xmlns:p15="http://schemas.microsoft.com/office/powerpoint/2012/main">
        <p15:guide id="1" orient="horz" pos="504">
          <p15:clr>
            <a:srgbClr val="FBAE40"/>
          </p15:clr>
        </p15:guide>
        <p15:guide id="2" pos="3840">
          <p15:clr>
            <a:srgbClr val="FBAE40"/>
          </p15:clr>
        </p15:guide>
        <p15:guide id="3" orient="horz" pos="1416">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Team">
    <p:spTree>
      <p:nvGrpSpPr>
        <p:cNvPr id="1" name=""/>
        <p:cNvGrpSpPr/>
        <p:nvPr/>
      </p:nvGrpSpPr>
      <p:grpSpPr>
        <a:xfrm>
          <a:off x="0" y="0"/>
          <a:ext cx="0" cy="0"/>
          <a:chOff x="0" y="0"/>
          <a:chExt cx="0" cy="0"/>
        </a:xfrm>
      </p:grpSpPr>
      <p:sp>
        <p:nvSpPr>
          <p:cNvPr id="39" name="Picture Placeholder 38">
            <a:extLst>
              <a:ext uri="{FF2B5EF4-FFF2-40B4-BE49-F238E27FC236}">
                <a16:creationId xmlns:a16="http://schemas.microsoft.com/office/drawing/2014/main" id="{CF421413-161E-4B36-B693-FB38DF14EDAB}"/>
              </a:ext>
            </a:extLst>
          </p:cNvPr>
          <p:cNvSpPr>
            <a:spLocks noGrp="1"/>
          </p:cNvSpPr>
          <p:nvPr>
            <p:ph type="pic" sz="quarter" idx="22"/>
          </p:nvPr>
        </p:nvSpPr>
        <p:spPr>
          <a:xfrm>
            <a:off x="5353508"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38" name="Picture Placeholder 37">
            <a:extLst>
              <a:ext uri="{FF2B5EF4-FFF2-40B4-BE49-F238E27FC236}">
                <a16:creationId xmlns:a16="http://schemas.microsoft.com/office/drawing/2014/main" id="{B5D207AE-9C9C-410A-9F31-2402BAD6DDFF}"/>
              </a:ext>
            </a:extLst>
          </p:cNvPr>
          <p:cNvSpPr>
            <a:spLocks noGrp="1"/>
          </p:cNvSpPr>
          <p:nvPr>
            <p:ph type="pic" sz="quarter" idx="21"/>
          </p:nvPr>
        </p:nvSpPr>
        <p:spPr>
          <a:xfrm>
            <a:off x="311592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0" name="Picture Placeholder 39">
            <a:extLst>
              <a:ext uri="{FF2B5EF4-FFF2-40B4-BE49-F238E27FC236}">
                <a16:creationId xmlns:a16="http://schemas.microsoft.com/office/drawing/2014/main" id="{DE3344FC-C4DE-481F-9C31-667EDD563C47}"/>
              </a:ext>
            </a:extLst>
          </p:cNvPr>
          <p:cNvSpPr>
            <a:spLocks noGrp="1"/>
          </p:cNvSpPr>
          <p:nvPr>
            <p:ph type="pic" sz="quarter" idx="23"/>
          </p:nvPr>
        </p:nvSpPr>
        <p:spPr>
          <a:xfrm>
            <a:off x="7602465"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1" name="Picture Placeholder 40">
            <a:extLst>
              <a:ext uri="{FF2B5EF4-FFF2-40B4-BE49-F238E27FC236}">
                <a16:creationId xmlns:a16="http://schemas.microsoft.com/office/drawing/2014/main" id="{59094D7D-3613-49C1-BB58-A65B41A9738D}"/>
              </a:ext>
            </a:extLst>
          </p:cNvPr>
          <p:cNvSpPr>
            <a:spLocks noGrp="1"/>
          </p:cNvSpPr>
          <p:nvPr>
            <p:ph type="pic" sz="quarter" idx="24"/>
          </p:nvPr>
        </p:nvSpPr>
        <p:spPr>
          <a:xfrm>
            <a:off x="984005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8" name="Title 1">
            <a:extLst>
              <a:ext uri="{FF2B5EF4-FFF2-40B4-BE49-F238E27FC236}">
                <a16:creationId xmlns:a16="http://schemas.microsoft.com/office/drawing/2014/main" id="{69FE87B7-32A4-4C7F-9AAF-37688E640456}"/>
              </a:ext>
            </a:extLst>
          </p:cNvPr>
          <p:cNvSpPr>
            <a:spLocks noGrp="1"/>
          </p:cNvSpPr>
          <p:nvPr>
            <p:ph type="title"/>
          </p:nvPr>
        </p:nvSpPr>
        <p:spPr>
          <a:xfrm>
            <a:off x="432000" y="647700"/>
            <a:ext cx="11340000" cy="700114"/>
          </a:xfrm>
          <a:prstGeom prst="rect">
            <a:avLst/>
          </a:prstGeom>
        </p:spPr>
        <p:txBody>
          <a:bodyPr anchor="ctr"/>
          <a:lstStyle/>
          <a:p>
            <a:pPr algn="ctr"/>
            <a:r>
              <a:rPr lang="en-US" sz="4800" b="1">
                <a:solidFill>
                  <a:schemeClr val="tx1"/>
                </a:solidFill>
              </a:rPr>
              <a:t>Click to edit Master title style</a:t>
            </a:r>
            <a:endParaRPr lang="en-US" sz="4800" b="1" dirty="0">
              <a:solidFill>
                <a:schemeClr val="tx1"/>
              </a:solidFill>
            </a:endParaRPr>
          </a:p>
        </p:txBody>
      </p:sp>
      <p:sp>
        <p:nvSpPr>
          <p:cNvPr id="9" name="Hexagon 8">
            <a:extLst>
              <a:ext uri="{FF2B5EF4-FFF2-40B4-BE49-F238E27FC236}">
                <a16:creationId xmlns:a16="http://schemas.microsoft.com/office/drawing/2014/main" id="{476CA45F-A66A-4AD8-A004-10DB55A5D7B2}"/>
              </a:ext>
            </a:extLst>
          </p:cNvPr>
          <p:cNvSpPr/>
          <p:nvPr userDrawn="1"/>
        </p:nvSpPr>
        <p:spPr>
          <a:xfrm>
            <a:off x="546669" y="3467555"/>
            <a:ext cx="458268" cy="395059"/>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Hexagon 9">
            <a:extLst>
              <a:ext uri="{FF2B5EF4-FFF2-40B4-BE49-F238E27FC236}">
                <a16:creationId xmlns:a16="http://schemas.microsoft.com/office/drawing/2014/main" id="{27A66A3D-2437-4015-9F5F-380C4D23D83C}"/>
              </a:ext>
            </a:extLst>
          </p:cNvPr>
          <p:cNvSpPr/>
          <p:nvPr userDrawn="1"/>
        </p:nvSpPr>
        <p:spPr>
          <a:xfrm>
            <a:off x="11113337" y="2394722"/>
            <a:ext cx="358391" cy="3089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Hexagon 10">
            <a:extLst>
              <a:ext uri="{FF2B5EF4-FFF2-40B4-BE49-F238E27FC236}">
                <a16:creationId xmlns:a16="http://schemas.microsoft.com/office/drawing/2014/main" id="{FFB14F3B-E7EF-4546-8D74-71FFB45C77C0}"/>
              </a:ext>
            </a:extLst>
          </p:cNvPr>
          <p:cNvSpPr/>
          <p:nvPr userDrawn="1"/>
        </p:nvSpPr>
        <p:spPr>
          <a:xfrm>
            <a:off x="10882649" y="2202202"/>
            <a:ext cx="230688" cy="198869"/>
          </a:xfrm>
          <a:prstGeom prst="hexago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 Placeholder 22">
            <a:extLst>
              <a:ext uri="{FF2B5EF4-FFF2-40B4-BE49-F238E27FC236}">
                <a16:creationId xmlns:a16="http://schemas.microsoft.com/office/drawing/2014/main" id="{591F943B-ED0D-49A1-844A-E23BA9A4871B}"/>
              </a:ext>
            </a:extLst>
          </p:cNvPr>
          <p:cNvSpPr>
            <a:spLocks noGrp="1"/>
          </p:cNvSpPr>
          <p:nvPr>
            <p:ph type="body" sz="quarter" idx="10"/>
          </p:nvPr>
        </p:nvSpPr>
        <p:spPr>
          <a:xfrm>
            <a:off x="546668"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4" name="Text Placeholder 22">
            <a:extLst>
              <a:ext uri="{FF2B5EF4-FFF2-40B4-BE49-F238E27FC236}">
                <a16:creationId xmlns:a16="http://schemas.microsoft.com/office/drawing/2014/main" id="{9AC6B9A8-053C-4828-B705-901C6018F30D}"/>
              </a:ext>
            </a:extLst>
          </p:cNvPr>
          <p:cNvSpPr>
            <a:spLocks noGrp="1"/>
          </p:cNvSpPr>
          <p:nvPr>
            <p:ph type="body" sz="quarter" idx="11"/>
          </p:nvPr>
        </p:nvSpPr>
        <p:spPr>
          <a:xfrm>
            <a:off x="556692"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7" name="Text Placeholder 22">
            <a:extLst>
              <a:ext uri="{FF2B5EF4-FFF2-40B4-BE49-F238E27FC236}">
                <a16:creationId xmlns:a16="http://schemas.microsoft.com/office/drawing/2014/main" id="{BBA6FD52-E179-41F8-AE78-9AF3D65F28B6}"/>
              </a:ext>
            </a:extLst>
          </p:cNvPr>
          <p:cNvSpPr>
            <a:spLocks noGrp="1"/>
          </p:cNvSpPr>
          <p:nvPr>
            <p:ph type="body" sz="quarter" idx="12"/>
          </p:nvPr>
        </p:nvSpPr>
        <p:spPr>
          <a:xfrm>
            <a:off x="2789482"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8" name="Text Placeholder 22">
            <a:extLst>
              <a:ext uri="{FF2B5EF4-FFF2-40B4-BE49-F238E27FC236}">
                <a16:creationId xmlns:a16="http://schemas.microsoft.com/office/drawing/2014/main" id="{C49A82AB-D328-4DB0-841B-186884119EBF}"/>
              </a:ext>
            </a:extLst>
          </p:cNvPr>
          <p:cNvSpPr>
            <a:spLocks noGrp="1"/>
          </p:cNvSpPr>
          <p:nvPr>
            <p:ph type="body" sz="quarter" idx="13"/>
          </p:nvPr>
        </p:nvSpPr>
        <p:spPr>
          <a:xfrm>
            <a:off x="278948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9" name="Text Placeholder 22">
            <a:extLst>
              <a:ext uri="{FF2B5EF4-FFF2-40B4-BE49-F238E27FC236}">
                <a16:creationId xmlns:a16="http://schemas.microsoft.com/office/drawing/2014/main" id="{84E23D5D-9866-48F9-8E08-DD2DBE4C4E32}"/>
              </a:ext>
            </a:extLst>
          </p:cNvPr>
          <p:cNvSpPr>
            <a:spLocks noGrp="1"/>
          </p:cNvSpPr>
          <p:nvPr>
            <p:ph type="body" sz="quarter" idx="14"/>
          </p:nvPr>
        </p:nvSpPr>
        <p:spPr>
          <a:xfrm>
            <a:off x="5032296"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0" name="Text Placeholder 22">
            <a:extLst>
              <a:ext uri="{FF2B5EF4-FFF2-40B4-BE49-F238E27FC236}">
                <a16:creationId xmlns:a16="http://schemas.microsoft.com/office/drawing/2014/main" id="{E671C9E6-A1A5-4EE5-8642-94AA7635DB05}"/>
              </a:ext>
            </a:extLst>
          </p:cNvPr>
          <p:cNvSpPr>
            <a:spLocks noGrp="1"/>
          </p:cNvSpPr>
          <p:nvPr>
            <p:ph type="body" sz="quarter" idx="15"/>
          </p:nvPr>
        </p:nvSpPr>
        <p:spPr>
          <a:xfrm>
            <a:off x="502920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1" name="Text Placeholder 22">
            <a:extLst>
              <a:ext uri="{FF2B5EF4-FFF2-40B4-BE49-F238E27FC236}">
                <a16:creationId xmlns:a16="http://schemas.microsoft.com/office/drawing/2014/main" id="{DF6BB5C9-B678-435A-830F-4C10EB1A957C}"/>
              </a:ext>
            </a:extLst>
          </p:cNvPr>
          <p:cNvSpPr>
            <a:spLocks noGrp="1"/>
          </p:cNvSpPr>
          <p:nvPr>
            <p:ph type="body" sz="quarter" idx="16"/>
          </p:nvPr>
        </p:nvSpPr>
        <p:spPr>
          <a:xfrm>
            <a:off x="7275110"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2" name="Text Placeholder 22">
            <a:extLst>
              <a:ext uri="{FF2B5EF4-FFF2-40B4-BE49-F238E27FC236}">
                <a16:creationId xmlns:a16="http://schemas.microsoft.com/office/drawing/2014/main" id="{1861EC87-A9E2-4FC3-B8BC-06C520B8A17F}"/>
              </a:ext>
            </a:extLst>
          </p:cNvPr>
          <p:cNvSpPr>
            <a:spLocks noGrp="1"/>
          </p:cNvSpPr>
          <p:nvPr>
            <p:ph type="body" sz="quarter" idx="17"/>
          </p:nvPr>
        </p:nvSpPr>
        <p:spPr>
          <a:xfrm>
            <a:off x="727511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3" name="Text Placeholder 22">
            <a:extLst>
              <a:ext uri="{FF2B5EF4-FFF2-40B4-BE49-F238E27FC236}">
                <a16:creationId xmlns:a16="http://schemas.microsoft.com/office/drawing/2014/main" id="{FC3EDE91-631F-4947-94DC-557685FD23E0}"/>
              </a:ext>
            </a:extLst>
          </p:cNvPr>
          <p:cNvSpPr>
            <a:spLocks noGrp="1"/>
          </p:cNvSpPr>
          <p:nvPr>
            <p:ph type="body" sz="quarter" idx="18"/>
          </p:nvPr>
        </p:nvSpPr>
        <p:spPr>
          <a:xfrm>
            <a:off x="9517923"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4" name="Text Placeholder 22">
            <a:extLst>
              <a:ext uri="{FF2B5EF4-FFF2-40B4-BE49-F238E27FC236}">
                <a16:creationId xmlns:a16="http://schemas.microsoft.com/office/drawing/2014/main" id="{8FDDBEF4-1329-49DF-B043-D51B34F5EE34}"/>
              </a:ext>
            </a:extLst>
          </p:cNvPr>
          <p:cNvSpPr>
            <a:spLocks noGrp="1"/>
          </p:cNvSpPr>
          <p:nvPr>
            <p:ph type="body" sz="quarter" idx="19"/>
          </p:nvPr>
        </p:nvSpPr>
        <p:spPr>
          <a:xfrm>
            <a:off x="951792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7" name="Picture Placeholder 36">
            <a:extLst>
              <a:ext uri="{FF2B5EF4-FFF2-40B4-BE49-F238E27FC236}">
                <a16:creationId xmlns:a16="http://schemas.microsoft.com/office/drawing/2014/main" id="{FBDB3FD3-4F52-4E28-B639-5F73070E47D9}"/>
              </a:ext>
            </a:extLst>
          </p:cNvPr>
          <p:cNvSpPr>
            <a:spLocks noGrp="1"/>
          </p:cNvSpPr>
          <p:nvPr>
            <p:ph type="pic" sz="quarter" idx="20"/>
          </p:nvPr>
        </p:nvSpPr>
        <p:spPr>
          <a:xfrm>
            <a:off x="878337"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Tree>
    <p:extLst>
      <p:ext uri="{BB962C8B-B14F-4D97-AF65-F5344CB8AC3E}">
        <p14:creationId xmlns:p14="http://schemas.microsoft.com/office/powerpoint/2010/main" val="179588483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Custom Layout">
    <p:bg>
      <p:bgPr>
        <a:solidFill>
          <a:schemeClr val="tx1"/>
        </a:solidFill>
        <a:effectLst/>
      </p:bgPr>
    </p:bg>
    <p:spTree>
      <p:nvGrpSpPr>
        <p:cNvPr id="1" name=""/>
        <p:cNvGrpSpPr/>
        <p:nvPr/>
      </p:nvGrpSpPr>
      <p:grpSpPr>
        <a:xfrm>
          <a:off x="0" y="0"/>
          <a:ext cx="0" cy="0"/>
          <a:chOff x="0" y="0"/>
          <a:chExt cx="0" cy="0"/>
        </a:xfrm>
      </p:grpSpPr>
      <p:sp>
        <p:nvSpPr>
          <p:cNvPr id="22" name="Picture Placeholder 21">
            <a:extLst>
              <a:ext uri="{FF2B5EF4-FFF2-40B4-BE49-F238E27FC236}">
                <a16:creationId xmlns:a16="http://schemas.microsoft.com/office/drawing/2014/main" id="{DFA57703-9E4A-48E0-A123-3A5EDC76475C}"/>
              </a:ext>
            </a:extLst>
          </p:cNvPr>
          <p:cNvSpPr>
            <a:spLocks noGrp="1"/>
          </p:cNvSpPr>
          <p:nvPr>
            <p:ph type="pic" sz="quarter" idx="10"/>
          </p:nvPr>
        </p:nvSpPr>
        <p:spPr>
          <a:xfrm>
            <a:off x="0" y="0"/>
            <a:ext cx="12192000" cy="6858000"/>
          </a:xfrm>
          <a:prstGeom prst="rect">
            <a:avLst/>
          </a:prstGeom>
        </p:spPr>
        <p:txBody>
          <a:bodyPr/>
          <a:lstStyle/>
          <a:p>
            <a:r>
              <a:rPr lang="en-US"/>
              <a:t>Click icon to add picture</a:t>
            </a:r>
            <a:endParaRPr lang="en-US" dirty="0"/>
          </a:p>
        </p:txBody>
      </p:sp>
      <p:sp>
        <p:nvSpPr>
          <p:cNvPr id="2" name="Rectangle 1" descr="Tall office building looking up">
            <a:extLst>
              <a:ext uri="{FF2B5EF4-FFF2-40B4-BE49-F238E27FC236}">
                <a16:creationId xmlns:a16="http://schemas.microsoft.com/office/drawing/2014/main" id="{AF7FA146-2A75-4EA7-A9AD-EBCE6F17FB42}"/>
              </a:ext>
            </a:extLst>
          </p:cNvPr>
          <p:cNvSpPr/>
          <p:nvPr userDrawn="1"/>
        </p:nvSpPr>
        <p:spPr>
          <a:xfrm>
            <a:off x="3718560" y="1181123"/>
            <a:ext cx="4754880" cy="4495754"/>
          </a:xfrm>
          <a:prstGeom prst="rect">
            <a:avLst/>
          </a:prstGeom>
          <a:solidFill>
            <a:schemeClr val="accent5">
              <a:alpha val="40000"/>
            </a:schemeClr>
          </a:solidFill>
          <a:ln w="603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23">
            <a:extLst>
              <a:ext uri="{FF2B5EF4-FFF2-40B4-BE49-F238E27FC236}">
                <a16:creationId xmlns:a16="http://schemas.microsoft.com/office/drawing/2014/main" id="{340C15AA-E296-48AE-857F-0589EEA69DC6}"/>
              </a:ext>
            </a:extLst>
          </p:cNvPr>
          <p:cNvSpPr>
            <a:spLocks noGrp="1"/>
          </p:cNvSpPr>
          <p:nvPr>
            <p:ph type="body" sz="quarter" idx="11" hasCustomPrompt="1"/>
          </p:nvPr>
        </p:nvSpPr>
        <p:spPr>
          <a:xfrm>
            <a:off x="4149139" y="4859469"/>
            <a:ext cx="3924934" cy="490538"/>
          </a:xfrm>
          <a:prstGeom prst="rect">
            <a:avLst/>
          </a:prstGeom>
        </p:spPr>
        <p:txBody>
          <a:bodyPr/>
          <a:lstStyle>
            <a:lvl1pPr algn="r">
              <a:buNone/>
              <a:defRPr lang="en-US" sz="2400" b="1" kern="1200" dirty="0" smtClean="0">
                <a:solidFill>
                  <a:schemeClr val="accent4"/>
                </a:solidFill>
                <a:latin typeface="Calibri" panose="020F0502020204030204" pitchFamily="34" charset="0"/>
                <a:ea typeface="+mn-ea"/>
                <a:cs typeface="Calibri" panose="020F0502020204030204" pitchFamily="34" charset="0"/>
              </a:defRPr>
            </a:lvl1pPr>
            <a:lvl2pPr>
              <a:buNone/>
              <a:defRPr/>
            </a:lvl2pPr>
          </a:lstStyle>
          <a:p>
            <a:pPr lvl="0"/>
            <a:r>
              <a:rPr lang="en-US" dirty="0"/>
              <a:t>Click to edit text</a:t>
            </a:r>
          </a:p>
        </p:txBody>
      </p:sp>
      <p:sp>
        <p:nvSpPr>
          <p:cNvPr id="6" name="Title 1">
            <a:extLst>
              <a:ext uri="{FF2B5EF4-FFF2-40B4-BE49-F238E27FC236}">
                <a16:creationId xmlns:a16="http://schemas.microsoft.com/office/drawing/2014/main" id="{162BE5D7-9E35-49F8-A8E4-2093183A6404}"/>
              </a:ext>
            </a:extLst>
          </p:cNvPr>
          <p:cNvSpPr>
            <a:spLocks noGrp="1"/>
          </p:cNvSpPr>
          <p:nvPr>
            <p:ph type="title"/>
          </p:nvPr>
        </p:nvSpPr>
        <p:spPr>
          <a:xfrm>
            <a:off x="4149139" y="1529685"/>
            <a:ext cx="3924934" cy="1695637"/>
          </a:xfrm>
          <a:prstGeom prst="rect">
            <a:avLst/>
          </a:prstGeom>
        </p:spPr>
        <p:txBody>
          <a:bodyPr/>
          <a:lstStyle>
            <a:lvl1pPr>
              <a:spcBef>
                <a:spcPts val="1000"/>
              </a:spcBef>
              <a:defRPr sz="4800" b="1">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314399564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9/2/2026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pPr/>
              <a:t>‹#›</a:t>
            </a:fld>
            <a:endParaRPr lang="en-US" dirty="0"/>
          </a:p>
        </p:txBody>
      </p:sp>
      <p:sp>
        <p:nvSpPr>
          <p:cNvPr id="18" name="Date Placeholder 3">
            <a:extLst>
              <a:ext uri="{FF2B5EF4-FFF2-40B4-BE49-F238E27FC236}">
                <a16:creationId xmlns:a16="http://schemas.microsoft.com/office/drawing/2014/main" id="{2CD6B789-4B66-4BD0-9623-80E9542A65FE}"/>
              </a:ext>
            </a:extLst>
          </p:cNvPr>
          <p:cNvSpPr txBox="1">
            <a:spLocks/>
          </p:cNvSpPr>
          <p:nvPr userDrawn="1"/>
        </p:nvSpPr>
        <p:spPr>
          <a:xfrm>
            <a:off x="660396"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7BD5F78-1C10-49D6-8616-C9F20406C112}" type="datetime1">
              <a:rPr lang="en-US" sz="1100" smtClean="0">
                <a:solidFill>
                  <a:schemeClr val="accent2"/>
                </a:solidFill>
              </a:rPr>
              <a:pPr/>
              <a:t>9/2/2026</a:t>
            </a:fld>
            <a:endParaRPr lang="en-US" sz="1100" dirty="0">
              <a:solidFill>
                <a:schemeClr val="accent2"/>
              </a:solidFill>
            </a:endParaRPr>
          </a:p>
        </p:txBody>
      </p:sp>
      <p:sp>
        <p:nvSpPr>
          <p:cNvPr id="29" name="Footer Placeholder 4">
            <a:extLst>
              <a:ext uri="{FF2B5EF4-FFF2-40B4-BE49-F238E27FC236}">
                <a16:creationId xmlns:a16="http://schemas.microsoft.com/office/drawing/2014/main" id="{A3BB5234-44A4-4506-BD19-5808475EBB7F}"/>
              </a:ext>
            </a:extLst>
          </p:cNvPr>
          <p:cNvSpPr txBox="1">
            <a:spLocks/>
          </p:cNvSpPr>
          <p:nvPr userDrawn="1"/>
        </p:nvSpPr>
        <p:spPr>
          <a:xfrm>
            <a:off x="1445526" y="6378906"/>
            <a:ext cx="41148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1100" b="1" dirty="0">
                <a:solidFill>
                  <a:schemeClr val="accent2"/>
                </a:solidFill>
              </a:rPr>
              <a:t>Annual Review</a:t>
            </a:r>
          </a:p>
        </p:txBody>
      </p:sp>
      <p:sp>
        <p:nvSpPr>
          <p:cNvPr id="30" name="Slide Number Placeholder 5">
            <a:extLst>
              <a:ext uri="{FF2B5EF4-FFF2-40B4-BE49-F238E27FC236}">
                <a16:creationId xmlns:a16="http://schemas.microsoft.com/office/drawing/2014/main" id="{68D89618-7EE9-46BF-BEAC-45E6F98ACA1A}"/>
              </a:ext>
            </a:extLst>
          </p:cNvPr>
          <p:cNvSpPr txBox="1">
            <a:spLocks/>
          </p:cNvSpPr>
          <p:nvPr userDrawn="1"/>
        </p:nvSpPr>
        <p:spPr>
          <a:xfrm>
            <a:off x="8805338"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C18C1E5-FB55-42F5-BD6D-9CC153FCDBE6}" type="slidenum">
              <a:rPr lang="en-US" sz="1100" smtClean="0">
                <a:solidFill>
                  <a:schemeClr val="accent4"/>
                </a:solidFill>
              </a:rPr>
              <a:pPr algn="r"/>
              <a:t>‹#›</a:t>
            </a:fld>
            <a:endParaRPr lang="en-US" sz="1100" dirty="0">
              <a:solidFill>
                <a:schemeClr val="accent4"/>
              </a:solidFill>
            </a:endParaRPr>
          </a:p>
        </p:txBody>
      </p:sp>
    </p:spTree>
    <p:extLst>
      <p:ext uri="{BB962C8B-B14F-4D97-AF65-F5344CB8AC3E}">
        <p14:creationId xmlns:p14="http://schemas.microsoft.com/office/powerpoint/2010/main" val="3064259027"/>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9" r:id="rId20"/>
    <p:sldLayoutId id="2147483690" r:id="rId21"/>
  </p:sldLayoutIdLst>
  <p:hf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image1.jf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image" Target="../media/image2.png"/><Relationship Id="rId3" Type="http://schemas.openxmlformats.org/officeDocument/2006/relationships/image" Target="../media/image1.jfif"/></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image" Target="../media/image1.jfif"/><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image" Target="../media/image1.jfif"/></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image" Target="../media/image1.jfif"/><Relationship Id="rId3"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image" Target="../media/image1.jfif"/><Relationship Id="rId3"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image" Target="../media/image1.jfif"/><Relationship Id="rId3"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image" Target="../media/image1.jfif"/><Relationship Id="rId3" Type="http://schemas.openxmlformats.org/officeDocument/2006/relationships/image" Target="../media/image9.png"/><Relationship Id="rId4"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image" Target="../media/image1.jfif"/></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image" Target="../media/image1.jfi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image" Target="../media/image1.jfif"/></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1.jfif"/></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201737A-B873-4D1D-8A41-5ABF5184BC8F}"/>
              </a:ext>
            </a:extLst>
          </p:cNvPr>
          <p:cNvSpPr>
            <a:spLocks noGrp="1"/>
          </p:cNvSpPr>
          <p:nvPr>
            <p:ph type="body" sz="quarter" idx="11"/>
          </p:nvPr>
        </p:nvSpPr>
        <p:spPr>
          <a:xfrm>
            <a:off x="-223157" y="3583914"/>
            <a:ext cx="3400089" cy="861497"/>
          </a:xfrm>
        </p:spPr>
        <p:txBody>
          <a:bodyPr vert="horz" lIns="91440" tIns="45720" rIns="91440" bIns="45720" rtlCol="0" anchor="t">
            <a:normAutofit/>
          </a:bodyPr>
          <a:lstStyle/>
          <a:p>
            <a:pPr algn="r"/>
            <a:r>
              <a:rPr sz="1800" b="1"/>
              <a:t>Abhishek Tiwari</a:t>
            </a:r>
            <a:br/>
            <a:r>
              <a:rPr sz="1800" b="1"/>
              <a:t>Lovely Professional University</a:t>
            </a:r>
            <a:endParaRPr lang="en-IN" b="0" dirty="0">
              <a:solidFill>
                <a:schemeClr val="tx1"/>
              </a:solidFill>
            </a:endParaRPr>
          </a:p>
        </p:txBody>
      </p:sp>
      <p:sp>
        <p:nvSpPr>
          <p:cNvPr id="4" name="Title 3">
            <a:extLst>
              <a:ext uri="{FF2B5EF4-FFF2-40B4-BE49-F238E27FC236}">
                <a16:creationId xmlns:a16="http://schemas.microsoft.com/office/drawing/2014/main" id="{92056599-CDAA-4367-BEF8-31D6E32518C8}"/>
              </a:ext>
            </a:extLst>
          </p:cNvPr>
          <p:cNvSpPr>
            <a:spLocks noGrp="1"/>
          </p:cNvSpPr>
          <p:nvPr>
            <p:ph type="title"/>
          </p:nvPr>
        </p:nvSpPr>
        <p:spPr>
          <a:xfrm>
            <a:off x="678364" y="2844750"/>
            <a:ext cx="4998720" cy="743448"/>
          </a:xfrm>
        </p:spPr>
        <p:txBody>
          <a:bodyPr>
            <a:normAutofit/>
          </a:bodyPr>
          <a:lstStyle/>
          <a:p>
            <a:r>
              <a:rPr sz="2100" b="1"/>
              <a:t>Project Title -</a:t>
            </a:r>
            <a:br/>
            <a:r>
              <a:rPr sz="2100" b="1"/>
              <a:t>Seasonal Agriculture Performance Analysis</a:t>
            </a:r>
            <a:endParaRPr lang="en-IN" sz="3200" dirty="0"/>
          </a:p>
        </p:txBody>
      </p:sp>
      <p:sp>
        <p:nvSpPr>
          <p:cNvPr id="15" name="Text Placeholder 1">
            <a:extLst>
              <a:ext uri="{FF2B5EF4-FFF2-40B4-BE49-F238E27FC236}">
                <a16:creationId xmlns:a16="http://schemas.microsoft.com/office/drawing/2014/main" id="{824B8A32-9AB3-457E-82E1-C85D3203CE35}"/>
              </a:ext>
            </a:extLst>
          </p:cNvPr>
          <p:cNvSpPr txBox="1">
            <a:spLocks/>
          </p:cNvSpPr>
          <p:nvPr/>
        </p:nvSpPr>
        <p:spPr>
          <a:xfrm>
            <a:off x="6400800" y="2794001"/>
            <a:ext cx="3312160" cy="861497"/>
          </a:xfrm>
          <a:prstGeom prst="rect">
            <a:avLst/>
          </a:prstGeom>
        </p:spPr>
        <p:txBody>
          <a:bodyPr vert="horz" lIns="91440" tIns="45720" rIns="91440" bIns="45720" rtlCol="0">
            <a:normAutofit/>
          </a:bodyPr>
          <a:lstStyle>
            <a:lvl1pPr marL="0" indent="0" algn="l" defTabSz="457200" rtl="0" eaLnBrk="1" latinLnBrk="0" hangingPunct="1">
              <a:spcBef>
                <a:spcPts val="1000"/>
              </a:spcBef>
              <a:spcAft>
                <a:spcPts val="0"/>
              </a:spcAft>
              <a:buClr>
                <a:schemeClr val="accent1"/>
              </a:buClr>
              <a:buSzPct val="80000"/>
              <a:buFont typeface="Wingdings 3" charset="2"/>
              <a:buNone/>
              <a:defRPr sz="2000" b="1" kern="120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None/>
              <a:defRPr sz="20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400" dirty="0"/>
          </a:p>
        </p:txBody>
      </p:sp>
      <p:pic>
        <p:nvPicPr>
          <p:cNvPr id="6" name="Picture 5">
            <a:extLst>
              <a:ext uri="{FF2B5EF4-FFF2-40B4-BE49-F238E27FC236}">
                <a16:creationId xmlns:a16="http://schemas.microsoft.com/office/drawing/2014/main" id="{E30DEFF0-8DEE-4B0B-9B30-675FE9E288A2}"/>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3" name="TextBox 2">
            <a:extLst>
              <a:ext uri="{FF2B5EF4-FFF2-40B4-BE49-F238E27FC236}">
                <a16:creationId xmlns:a16="http://schemas.microsoft.com/office/drawing/2014/main" id="{17F04107-8754-E47D-3375-529E689711FA}"/>
              </a:ext>
            </a:extLst>
          </p:cNvPr>
          <p:cNvSpPr txBox="1"/>
          <p:nvPr/>
        </p:nvSpPr>
        <p:spPr>
          <a:xfrm>
            <a:off x="957406" y="4576469"/>
            <a:ext cx="3176362" cy="646331"/>
          </a:xfrm>
          <a:prstGeom prst="rect">
            <a:avLst/>
          </a:prstGeom>
          <a:noFill/>
        </p:spPr>
        <p:txBody>
          <a:bodyPr wrap="square" rtlCol="0">
            <a:spAutoFit/>
          </a:bodyPr>
          <a:lstStyle/>
          <a:p>
            <a:r>
              <a:rPr sz="1400" b="1"/>
              <a:t>AICTE STU ID : STU6a6712e6035db1785139942</a:t>
            </a:r>
          </a:p>
        </p:txBody>
      </p:sp>
    </p:spTree>
    <p:extLst>
      <p:ext uri="{BB962C8B-B14F-4D97-AF65-F5344CB8AC3E}">
        <p14:creationId xmlns:p14="http://schemas.microsoft.com/office/powerpoint/2010/main" val="1604013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80">
                                          <p:stCondLst>
                                            <p:cond delay="0"/>
                                          </p:stCondLst>
                                        </p:cTn>
                                        <p:tgtEl>
                                          <p:spTgt spid="4"/>
                                        </p:tgtEl>
                                      </p:cBhvr>
                                    </p:animEffect>
                                    <p:anim calcmode="lin" valueType="num">
                                      <p:cBhvr>
                                        <p:cTn id="8" dur="1822" tmFilter="0,0; 0.14,0.36; 0.43,0.73; 0.71,0.91; 1.0,1.0">
                                          <p:stCondLst>
                                            <p:cond delay="0"/>
                                          </p:stCondLst>
                                        </p:cTn>
                                        <p:tgtEl>
                                          <p:spTgt spid="4"/>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4"/>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4"/>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4"/>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4"/>
                                        </p:tgtEl>
                                        <p:attrNameLst>
                                          <p:attrName>ppt_y</p:attrName>
                                        </p:attrNameLst>
                                      </p:cBhvr>
                                      <p:tavLst>
                                        <p:tav tm="0" fmla="#ppt_y-sin(pi*$)/81">
                                          <p:val>
                                            <p:fltVal val="0"/>
                                          </p:val>
                                        </p:tav>
                                        <p:tav tm="100000">
                                          <p:val>
                                            <p:fltVal val="1"/>
                                          </p:val>
                                        </p:tav>
                                      </p:tavLst>
                                    </p:anim>
                                    <p:animScale>
                                      <p:cBhvr>
                                        <p:cTn id="13" dur="26">
                                          <p:stCondLst>
                                            <p:cond delay="650"/>
                                          </p:stCondLst>
                                        </p:cTn>
                                        <p:tgtEl>
                                          <p:spTgt spid="4"/>
                                        </p:tgtEl>
                                      </p:cBhvr>
                                      <p:to x="100000" y="60000"/>
                                    </p:animScale>
                                    <p:animScale>
                                      <p:cBhvr>
                                        <p:cTn id="14" dur="166" decel="50000">
                                          <p:stCondLst>
                                            <p:cond delay="676"/>
                                          </p:stCondLst>
                                        </p:cTn>
                                        <p:tgtEl>
                                          <p:spTgt spid="4"/>
                                        </p:tgtEl>
                                      </p:cBhvr>
                                      <p:to x="100000" y="100000"/>
                                    </p:animScale>
                                    <p:animScale>
                                      <p:cBhvr>
                                        <p:cTn id="15" dur="26">
                                          <p:stCondLst>
                                            <p:cond delay="1312"/>
                                          </p:stCondLst>
                                        </p:cTn>
                                        <p:tgtEl>
                                          <p:spTgt spid="4"/>
                                        </p:tgtEl>
                                      </p:cBhvr>
                                      <p:to x="100000" y="80000"/>
                                    </p:animScale>
                                    <p:animScale>
                                      <p:cBhvr>
                                        <p:cTn id="16" dur="166" decel="50000">
                                          <p:stCondLst>
                                            <p:cond delay="1338"/>
                                          </p:stCondLst>
                                        </p:cTn>
                                        <p:tgtEl>
                                          <p:spTgt spid="4"/>
                                        </p:tgtEl>
                                      </p:cBhvr>
                                      <p:to x="100000" y="100000"/>
                                    </p:animScale>
                                    <p:animScale>
                                      <p:cBhvr>
                                        <p:cTn id="17" dur="26">
                                          <p:stCondLst>
                                            <p:cond delay="1642"/>
                                          </p:stCondLst>
                                        </p:cTn>
                                        <p:tgtEl>
                                          <p:spTgt spid="4"/>
                                        </p:tgtEl>
                                      </p:cBhvr>
                                      <p:to x="100000" y="90000"/>
                                    </p:animScale>
                                    <p:animScale>
                                      <p:cBhvr>
                                        <p:cTn id="18" dur="166" decel="50000">
                                          <p:stCondLst>
                                            <p:cond delay="1668"/>
                                          </p:stCondLst>
                                        </p:cTn>
                                        <p:tgtEl>
                                          <p:spTgt spid="4"/>
                                        </p:tgtEl>
                                      </p:cBhvr>
                                      <p:to x="100000" y="100000"/>
                                    </p:animScale>
                                    <p:animScale>
                                      <p:cBhvr>
                                        <p:cTn id="19" dur="26">
                                          <p:stCondLst>
                                            <p:cond delay="1808"/>
                                          </p:stCondLst>
                                        </p:cTn>
                                        <p:tgtEl>
                                          <p:spTgt spid="4"/>
                                        </p:tgtEl>
                                      </p:cBhvr>
                                      <p:to x="100000" y="95000"/>
                                    </p:animScale>
                                    <p:animScale>
                                      <p:cBhvr>
                                        <p:cTn id="20" dur="166" decel="50000">
                                          <p:stCondLst>
                                            <p:cond delay="1834"/>
                                          </p:stCondLst>
                                        </p:cTn>
                                        <p:tgtEl>
                                          <p:spTgt spid="4"/>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53" presetClass="entr" presetSubtype="16" fill="hold" grpId="0" nodeType="clickEffect" nodePh="1">
                                  <p:stCondLst>
                                    <p:cond delay="0"/>
                                  </p:stCondLst>
                                  <p:endCondLst>
                                    <p:cond evt="begin" delay="0">
                                      <p:tn val="23"/>
                                    </p:cond>
                                  </p:endCondLst>
                                  <p:childTnLst>
                                    <p:set>
                                      <p:cBhvr>
                                        <p:cTn id="24" dur="1" fill="hold">
                                          <p:stCondLst>
                                            <p:cond delay="0"/>
                                          </p:stCondLst>
                                        </p:cTn>
                                        <p:tgtEl>
                                          <p:spTgt spid="15"/>
                                        </p:tgtEl>
                                        <p:attrNameLst>
                                          <p:attrName>style.visibility</p:attrName>
                                        </p:attrNameLst>
                                      </p:cBhvr>
                                      <p:to>
                                        <p:strVal val="visible"/>
                                      </p:to>
                                    </p:set>
                                    <p:anim calcmode="lin" valueType="num">
                                      <p:cBhvr>
                                        <p:cTn id="25" dur="500" fill="hold"/>
                                        <p:tgtEl>
                                          <p:spTgt spid="15"/>
                                        </p:tgtEl>
                                        <p:attrNameLst>
                                          <p:attrName>ppt_w</p:attrName>
                                        </p:attrNameLst>
                                      </p:cBhvr>
                                      <p:tavLst>
                                        <p:tav tm="0">
                                          <p:val>
                                            <p:fltVal val="0"/>
                                          </p:val>
                                        </p:tav>
                                        <p:tav tm="100000">
                                          <p:val>
                                            <p:strVal val="#ppt_w"/>
                                          </p:val>
                                        </p:tav>
                                      </p:tavLst>
                                    </p:anim>
                                    <p:anim calcmode="lin" valueType="num">
                                      <p:cBhvr>
                                        <p:cTn id="26" dur="500" fill="hold"/>
                                        <p:tgtEl>
                                          <p:spTgt spid="15"/>
                                        </p:tgtEl>
                                        <p:attrNameLst>
                                          <p:attrName>ppt_h</p:attrName>
                                        </p:attrNameLst>
                                      </p:cBhvr>
                                      <p:tavLst>
                                        <p:tav tm="0">
                                          <p:val>
                                            <p:fltVal val="0"/>
                                          </p:val>
                                        </p:tav>
                                        <p:tav tm="100000">
                                          <p:val>
                                            <p:strVal val="#ppt_h"/>
                                          </p:val>
                                        </p:tav>
                                      </p:tavLst>
                                    </p:anim>
                                    <p:animEffect transition="in" filter="fade">
                                      <p:cBhvr>
                                        <p:cTn id="27" dur="500"/>
                                        <p:tgtEl>
                                          <p:spTgt spid="15"/>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grpId="0" nodeType="clickEffect">
                                  <p:stCondLst>
                                    <p:cond delay="0"/>
                                  </p:stCondLst>
                                  <p:childTnLst>
                                    <p:set>
                                      <p:cBhvr>
                                        <p:cTn id="31" dur="1" fill="hold">
                                          <p:stCondLst>
                                            <p:cond delay="0"/>
                                          </p:stCondLst>
                                        </p:cTn>
                                        <p:tgtEl>
                                          <p:spTgt spid="2">
                                            <p:txEl>
                                              <p:pRg st="0" end="0"/>
                                            </p:txEl>
                                          </p:spTgt>
                                        </p:tgtEl>
                                        <p:attrNameLst>
                                          <p:attrName>style.visibility</p:attrName>
                                        </p:attrNameLst>
                                      </p:cBhvr>
                                      <p:to>
                                        <p:strVal val="visible"/>
                                      </p:to>
                                    </p:set>
                                    <p:animEffect transition="in" filter="randombar(horizontal)">
                                      <p:cBhvr>
                                        <p:cTn id="32" dur="500"/>
                                        <p:tgtEl>
                                          <p:spTgt spid="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4" presetClass="entr" presetSubtype="10" fill="hold" grpId="0" nodeType="clickEffect">
                                  <p:stCondLst>
                                    <p:cond delay="0"/>
                                  </p:stCondLst>
                                  <p:childTnLst>
                                    <p:set>
                                      <p:cBhvr>
                                        <p:cTn id="36" dur="1" fill="hold">
                                          <p:stCondLst>
                                            <p:cond delay="0"/>
                                          </p:stCondLst>
                                        </p:cTn>
                                        <p:tgtEl>
                                          <p:spTgt spid="2">
                                            <p:txEl>
                                              <p:pRg st="1" end="1"/>
                                            </p:txEl>
                                          </p:spTgt>
                                        </p:tgtEl>
                                        <p:attrNameLst>
                                          <p:attrName>style.visibility</p:attrName>
                                        </p:attrNameLst>
                                      </p:cBhvr>
                                      <p:to>
                                        <p:strVal val="visible"/>
                                      </p:to>
                                    </p:set>
                                    <p:animEffect transition="in" filter="randombar(horizontal)">
                                      <p:cBhvr>
                                        <p:cTn id="37" dur="500"/>
                                        <p:tgtEl>
                                          <p:spTgt spid="2">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P spid="15"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46E4DD1-270B-4C80-AFF0-EB26F132AF36}"/>
              </a:ext>
            </a:extLst>
          </p:cNvPr>
          <p:cNvSpPr>
            <a:spLocks noGrp="1"/>
          </p:cNvSpPr>
          <p:nvPr>
            <p:ph type="body" sz="quarter" idx="12"/>
          </p:nvPr>
        </p:nvSpPr>
        <p:spPr>
          <a:xfrm>
            <a:off x="1046480" y="1875556"/>
            <a:ext cx="6431280" cy="3607987"/>
          </a:xfrm>
        </p:spPr>
        <p:txBody>
          <a:bodyPr vert="horz" lIns="91440" tIns="45720" rIns="91440" bIns="45720" rtlCol="0" anchor="t">
            <a:normAutofit/>
          </a:bodyPr>
          <a:lstStyle/>
          <a:p>
            <a:pPr>
              <a:lnSpc>
                <a:spcPct val="150000"/>
              </a:lnSpc>
            </a:pPr>
            <a:r>
              <a:rPr sz="1600" b="0"/>
              <a:t>Agricultural performance is influenced by seasonal variations in environmental conditions, farming practices, resource availability and market conditions. Raw agricultural data does not clearly explain how performance changes across seasons.</a:t>
            </a:r>
            <a:br/>
            <a:br/>
            <a:r>
              <a:rPr sz="1600" b="0"/>
              <a:t>This project analyzes the provided agricultural dataset to identify seasonal differences, patterns, trends, relationships and variations in yield, profitability, resource usage and environmental conditions.</a:t>
            </a:r>
          </a:p>
        </p:txBody>
      </p:sp>
      <p:sp>
        <p:nvSpPr>
          <p:cNvPr id="4" name="Title 3">
            <a:extLst>
              <a:ext uri="{FF2B5EF4-FFF2-40B4-BE49-F238E27FC236}">
                <a16:creationId xmlns:a16="http://schemas.microsoft.com/office/drawing/2014/main" id="{777CC02B-F7C6-47A8-8C3E-C57C417D9EA3}"/>
              </a:ext>
            </a:extLst>
          </p:cNvPr>
          <p:cNvSpPr>
            <a:spLocks noGrp="1"/>
          </p:cNvSpPr>
          <p:nvPr>
            <p:ph type="title"/>
          </p:nvPr>
        </p:nvSpPr>
        <p:spPr>
          <a:xfrm>
            <a:off x="754602" y="550417"/>
            <a:ext cx="6995604" cy="790111"/>
          </a:xfrm>
        </p:spPr>
        <p:txBody>
          <a:bodyPr>
            <a:normAutofit fontScale="90000"/>
          </a:bodyPr>
          <a:lstStyle/>
          <a:p>
            <a:r>
              <a:rPr lang="en-US" dirty="0"/>
              <a:t>PROBLEM  STATEMENT</a:t>
            </a:r>
            <a:endParaRPr lang="en-IN" dirty="0"/>
          </a:p>
        </p:txBody>
      </p:sp>
      <p:pic>
        <p:nvPicPr>
          <p:cNvPr id="5" name="Picture 4">
            <a:extLst>
              <a:ext uri="{FF2B5EF4-FFF2-40B4-BE49-F238E27FC236}">
                <a16:creationId xmlns:a16="http://schemas.microsoft.com/office/drawing/2014/main" id="{C8FE02DE-D7B2-433D-BFE4-2F564022AD89}"/>
              </a:ext>
            </a:extLst>
          </p:cNvPr>
          <p:cNvPicPr>
            <a:picLocks noChangeAspect="1"/>
          </p:cNvPicPr>
          <p:nvPr/>
        </p:nvPicPr>
        <p:blipFill>
          <a:blip r:embed="rId2"/>
          <a:stretch>
            <a:fillRect/>
          </a:stretch>
        </p:blipFill>
        <p:spPr>
          <a:xfrm>
            <a:off x="7995684" y="2930834"/>
            <a:ext cx="2760758" cy="3264409"/>
          </a:xfrm>
          <a:prstGeom prst="rect">
            <a:avLst/>
          </a:prstGeom>
        </p:spPr>
      </p:pic>
      <p:pic>
        <p:nvPicPr>
          <p:cNvPr id="6" name="Picture 5">
            <a:extLst>
              <a:ext uri="{FF2B5EF4-FFF2-40B4-BE49-F238E27FC236}">
                <a16:creationId xmlns:a16="http://schemas.microsoft.com/office/drawing/2014/main" id="{736DEFE3-051A-494A-949C-BB2FF86F9ED7}"/>
              </a:ext>
            </a:extLst>
          </p:cNvPr>
          <p:cNvPicPr>
            <a:picLocks noChangeAspect="1"/>
          </p:cNvPicPr>
          <p:nvPr/>
        </p:nvPicPr>
        <p:blipFill rotWithShape="1">
          <a:blip r:embed="rId3"/>
          <a:srcRect t="96181"/>
          <a:stretch/>
        </p:blipFill>
        <p:spPr>
          <a:xfrm>
            <a:off x="675957" y="6471920"/>
            <a:ext cx="2143125" cy="193040"/>
          </a:xfrm>
          <a:prstGeom prst="rect">
            <a:avLst/>
          </a:prstGeom>
        </p:spPr>
      </p:pic>
    </p:spTree>
    <p:extLst>
      <p:ext uri="{BB962C8B-B14F-4D97-AF65-F5344CB8AC3E}">
        <p14:creationId xmlns:p14="http://schemas.microsoft.com/office/powerpoint/2010/main" val="3098548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BF2FBC7-3552-4F01-BB27-8BEEE74F7277}"/>
              </a:ext>
            </a:extLst>
          </p:cNvPr>
          <p:cNvSpPr>
            <a:spLocks noGrp="1"/>
          </p:cNvSpPr>
          <p:nvPr>
            <p:ph type="title"/>
          </p:nvPr>
        </p:nvSpPr>
        <p:spPr>
          <a:xfrm>
            <a:off x="660399" y="805213"/>
            <a:ext cx="6276109" cy="830997"/>
          </a:xfrm>
        </p:spPr>
        <p:txBody>
          <a:bodyPr>
            <a:normAutofit fontScale="90000"/>
          </a:bodyPr>
          <a:lstStyle/>
          <a:p>
            <a:endParaRPr lang="en-IN" dirty="0"/>
          </a:p>
        </p:txBody>
      </p:sp>
      <p:pic>
        <p:nvPicPr>
          <p:cNvPr id="5" name="Picture 4">
            <a:extLst>
              <a:ext uri="{FF2B5EF4-FFF2-40B4-BE49-F238E27FC236}">
                <a16:creationId xmlns:a16="http://schemas.microsoft.com/office/drawing/2014/main" id="{09D8A2BA-6C1D-4A33-85F2-E44A4FF54A1C}"/>
              </a:ext>
            </a:extLst>
          </p:cNvPr>
          <p:cNvPicPr>
            <a:picLocks noChangeAspect="1"/>
          </p:cNvPicPr>
          <p:nvPr/>
        </p:nvPicPr>
        <p:blipFill rotWithShape="1">
          <a:blip r:embed="rId2"/>
          <a:srcRect t="96181"/>
          <a:stretch/>
        </p:blipFill>
        <p:spPr>
          <a:xfrm>
            <a:off x="675957" y="6471920"/>
            <a:ext cx="2143125" cy="193040"/>
          </a:xfrm>
          <a:prstGeom prst="rect">
            <a:avLst/>
          </a:prstGeom>
        </p:spPr>
      </p:pic>
      <p:pic>
        <p:nvPicPr>
          <p:cNvPr id="6" name="Picture 5">
            <a:extLst>
              <a:ext uri="{FF2B5EF4-FFF2-40B4-BE49-F238E27FC236}">
                <a16:creationId xmlns:a16="http://schemas.microsoft.com/office/drawing/2014/main" id="{6BED3D6A-DC10-4985-B01B-735F2CBA6E47}"/>
              </a:ext>
            </a:extLst>
          </p:cNvPr>
          <p:cNvPicPr>
            <a:picLocks noChangeAspect="1"/>
          </p:cNvPicPr>
          <p:nvPr/>
        </p:nvPicPr>
        <p:blipFill>
          <a:blip r:embed="rId3"/>
          <a:stretch>
            <a:fillRect/>
          </a:stretch>
        </p:blipFill>
        <p:spPr>
          <a:xfrm>
            <a:off x="467359" y="6410461"/>
            <a:ext cx="3706253" cy="296092"/>
          </a:xfrm>
          <a:prstGeom prst="rect">
            <a:avLst/>
          </a:prstGeom>
        </p:spPr>
      </p:pic>
      <p:sp>
        <p:nvSpPr>
          <p:cNvPr id="10" name="TextBox 9"/>
          <p:cNvSpPr txBox="1"/>
          <p:nvPr/>
        </p:nvSpPr>
        <p:spPr>
          <a:xfrm>
            <a:off x="731520" y="1417320"/>
            <a:ext cx="8869680" cy="3383280"/>
          </a:xfrm>
          <a:prstGeom prst="rect">
            <a:avLst/>
          </a:prstGeom>
          <a:noFill/>
        </p:spPr>
        <p:txBody>
          <a:bodyPr wrap="square">
            <a:spAutoFit/>
          </a:bodyPr>
          <a:lstStyle/>
          <a:p>
            <a:r>
              <a:rPr sz="1600" b="0"/>
              <a:t>The project uses a structured dataset of 4,000 farm records and 28 variables covering crop, season, location, farm area, weather, soil, inputs, irrigation, yield, production, cost, revenue, profit, water usage and disease/pest risk.</a:t>
            </a:r>
            <a:br/>
            <a:br/>
            <a:r>
              <a:rPr sz="1600" b="0"/>
              <a:t>Workflow: data exploration → quality checks → missing-value treatment → descriptive statistics → seasonal/group comparisons → correlation analysis → visualization → evidence-based interpretation.</a:t>
            </a:r>
          </a:p>
        </p:txBody>
      </p:sp>
      <p:sp>
        <p:nvSpPr>
          <p:cNvPr id="11" name="TextBox 10"/>
          <p:cNvSpPr txBox="1"/>
          <p:nvPr/>
        </p:nvSpPr>
        <p:spPr>
          <a:xfrm>
            <a:off x="640080" y="502920"/>
            <a:ext cx="6217920" cy="594360"/>
          </a:xfrm>
          <a:prstGeom prst="rect">
            <a:avLst/>
          </a:prstGeom>
          <a:noFill/>
        </p:spPr>
        <p:txBody>
          <a:bodyPr wrap="square">
            <a:spAutoFit/>
          </a:bodyPr>
          <a:lstStyle/>
          <a:p>
            <a:r>
              <a:rPr sz="2400" b="1"/>
              <a:t>Project Description</a:t>
            </a:r>
          </a:p>
        </p:txBody>
      </p:sp>
    </p:spTree>
    <p:extLst>
      <p:ext uri="{BB962C8B-B14F-4D97-AF65-F5344CB8AC3E}">
        <p14:creationId xmlns:p14="http://schemas.microsoft.com/office/powerpoint/2010/main" val="3696770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4E3B60-2780-459A-8583-F095D5E7463A}"/>
              </a:ext>
            </a:extLst>
          </p:cNvPr>
          <p:cNvSpPr>
            <a:spLocks noGrp="1"/>
          </p:cNvSpPr>
          <p:nvPr>
            <p:ph type="body" sz="quarter" idx="12"/>
          </p:nvPr>
        </p:nvSpPr>
        <p:spPr>
          <a:xfrm>
            <a:off x="721359" y="1991360"/>
            <a:ext cx="7904481" cy="3990023"/>
          </a:xfrm>
        </p:spPr>
        <p:txBody>
          <a:bodyPr>
            <a:normAutofit/>
          </a:bodyPr>
          <a:lstStyle/>
          <a:p>
            <a:pPr algn="just">
              <a:lnSpc>
                <a:spcPct val="150000"/>
              </a:lnSpc>
            </a:pPr>
            <a:r>
              <a:rPr sz="1500" b="0"/>
              <a:t>• Farmers and farm managers – compare seasonal yield, profitability and resource efficiency.</a:t>
            </a:r>
            <a:br/>
            <a:r>
              <a:rPr sz="1500" b="0"/>
              <a:t>• Agricultural planners – identify seasonal patterns for evidence-based planning.</a:t>
            </a:r>
            <a:br/>
            <a:r>
              <a:rPr sz="1500" b="0"/>
              <a:t>• Agribusiness stakeholders – understand crop and economic performance.</a:t>
            </a:r>
            <a:br/>
            <a:r>
              <a:rPr sz="1500" b="0"/>
              <a:t>• Data analysts / students – reproduce and extend the analysis.</a:t>
            </a:r>
            <a:br/>
            <a:r>
              <a:rPr sz="1500" b="0"/>
              <a:t>• Researchers – investigate relationships between environmental conditions and outcomes.</a:t>
            </a:r>
            <a:endParaRPr lang="en-IN" sz="3600" dirty="0"/>
          </a:p>
        </p:txBody>
      </p:sp>
      <p:sp>
        <p:nvSpPr>
          <p:cNvPr id="4" name="Title 3">
            <a:extLst>
              <a:ext uri="{FF2B5EF4-FFF2-40B4-BE49-F238E27FC236}">
                <a16:creationId xmlns:a16="http://schemas.microsoft.com/office/drawing/2014/main" id="{1A4A072B-83C6-4607-AE6A-5AD61CC72C44}"/>
              </a:ext>
            </a:extLst>
          </p:cNvPr>
          <p:cNvSpPr>
            <a:spLocks noGrp="1"/>
          </p:cNvSpPr>
          <p:nvPr>
            <p:ph type="title"/>
          </p:nvPr>
        </p:nvSpPr>
        <p:spPr>
          <a:xfrm>
            <a:off x="620008" y="876617"/>
            <a:ext cx="10046070" cy="802641"/>
          </a:xfrm>
        </p:spPr>
        <p:txBody>
          <a:bodyPr>
            <a:normAutofit/>
          </a:bodyPr>
          <a:lstStyle/>
          <a:p>
            <a:r>
              <a:rPr sz="2200" b="1"/>
              <a:t>WHO ARE THE END USERS?</a:t>
            </a:r>
            <a:endParaRPr lang="en-IN" sz="2000" dirty="0"/>
          </a:p>
        </p:txBody>
      </p:sp>
      <p:pic>
        <p:nvPicPr>
          <p:cNvPr id="6" name="Picture 5">
            <a:extLst>
              <a:ext uri="{FF2B5EF4-FFF2-40B4-BE49-F238E27FC236}">
                <a16:creationId xmlns:a16="http://schemas.microsoft.com/office/drawing/2014/main" id="{E8B153BB-61B9-403F-8AE5-F75400450AC0}"/>
              </a:ext>
            </a:extLst>
          </p:cNvPr>
          <p:cNvPicPr>
            <a:picLocks noChangeAspect="1"/>
          </p:cNvPicPr>
          <p:nvPr/>
        </p:nvPicPr>
        <p:blipFill>
          <a:blip r:embed="rId2"/>
          <a:stretch>
            <a:fillRect/>
          </a:stretch>
        </p:blipFill>
        <p:spPr>
          <a:xfrm>
            <a:off x="721359" y="6176804"/>
            <a:ext cx="2181225" cy="485775"/>
          </a:xfrm>
          <a:prstGeom prst="rect">
            <a:avLst/>
          </a:prstGeom>
        </p:spPr>
      </p:pic>
    </p:spTree>
    <p:extLst>
      <p:ext uri="{BB962C8B-B14F-4D97-AF65-F5344CB8AC3E}">
        <p14:creationId xmlns:p14="http://schemas.microsoft.com/office/powerpoint/2010/main" val="48075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B7C27C4-3E14-490A-B132-CBBEDA1E905A}"/>
              </a:ext>
            </a:extLst>
          </p:cNvPr>
          <p:cNvPicPr>
            <a:picLocks noChangeAspect="1"/>
          </p:cNvPicPr>
          <p:nvPr/>
        </p:nvPicPr>
        <p:blipFill>
          <a:blip r:embed="rId3"/>
          <a:stretch>
            <a:fillRect/>
          </a:stretch>
        </p:blipFill>
        <p:spPr>
          <a:xfrm>
            <a:off x="467359" y="6410461"/>
            <a:ext cx="3706253" cy="296092"/>
          </a:xfrm>
          <a:prstGeom prst="rect">
            <a:avLst/>
          </a:prstGeom>
        </p:spPr>
      </p:pic>
      <p:pic>
        <p:nvPicPr>
          <p:cNvPr id="2" name="Picture 1">
            <a:extLst>
              <a:ext uri="{FF2B5EF4-FFF2-40B4-BE49-F238E27FC236}">
                <a16:creationId xmlns:a16="http://schemas.microsoft.com/office/drawing/2014/main" id="{F1FC3E39-8C60-4F64-9838-2A683F25B8C4}"/>
              </a:ext>
            </a:extLst>
          </p:cNvPr>
          <p:cNvPicPr>
            <a:picLocks noChangeAspect="1"/>
          </p:cNvPicPr>
          <p:nvPr/>
        </p:nvPicPr>
        <p:blipFill>
          <a:blip r:embed="rId4"/>
          <a:stretch>
            <a:fillRect/>
          </a:stretch>
        </p:blipFill>
        <p:spPr>
          <a:xfrm flipH="1">
            <a:off x="50800" y="3820160"/>
            <a:ext cx="1727200" cy="3010024"/>
          </a:xfrm>
          <a:prstGeom prst="rect">
            <a:avLst/>
          </a:prstGeom>
        </p:spPr>
      </p:pic>
      <p:sp>
        <p:nvSpPr>
          <p:cNvPr id="7" name="Text Placeholder 6">
            <a:extLst>
              <a:ext uri="{FF2B5EF4-FFF2-40B4-BE49-F238E27FC236}">
                <a16:creationId xmlns:a16="http://schemas.microsoft.com/office/drawing/2014/main" id="{B21C28F5-3CA3-4B78-B5C9-550C00BB3174}"/>
              </a:ext>
            </a:extLst>
          </p:cNvPr>
          <p:cNvSpPr>
            <a:spLocks noGrp="1"/>
          </p:cNvSpPr>
          <p:nvPr>
            <p:ph type="body" sz="quarter" idx="12"/>
          </p:nvPr>
        </p:nvSpPr>
        <p:spPr>
          <a:xfrm>
            <a:off x="390618" y="1432560"/>
            <a:ext cx="9027702" cy="5243448"/>
          </a:xfrm>
        </p:spPr>
        <p:txBody>
          <a:bodyPr/>
          <a:lstStyle/>
          <a:p>
            <a:pPr lvl="1">
              <a:lnSpc>
                <a:spcPct val="150000"/>
              </a:lnSpc>
            </a:pPr>
            <a:endParaRPr lang="en-IN" dirty="0"/>
          </a:p>
        </p:txBody>
      </p:sp>
      <p:sp>
        <p:nvSpPr>
          <p:cNvPr id="9" name="Title 8">
            <a:extLst>
              <a:ext uri="{FF2B5EF4-FFF2-40B4-BE49-F238E27FC236}">
                <a16:creationId xmlns:a16="http://schemas.microsoft.com/office/drawing/2014/main" id="{FEF304F5-32C5-4869-B185-859B567855A8}"/>
              </a:ext>
            </a:extLst>
          </p:cNvPr>
          <p:cNvSpPr>
            <a:spLocks noGrp="1"/>
          </p:cNvSpPr>
          <p:nvPr>
            <p:ph type="title"/>
          </p:nvPr>
        </p:nvSpPr>
        <p:spPr>
          <a:xfrm>
            <a:off x="660399" y="430567"/>
            <a:ext cx="5306291" cy="847817"/>
          </a:xfrm>
        </p:spPr>
        <p:txBody>
          <a:bodyPr>
            <a:normAutofit/>
          </a:bodyPr>
          <a:lstStyle/>
          <a:p>
            <a:r>
              <a:rPr sz="2200" b="1"/>
              <a:t>Technology Used</a:t>
            </a:r>
          </a:p>
        </p:txBody>
      </p:sp>
      <p:sp>
        <p:nvSpPr>
          <p:cNvPr id="17" name="TextBox 16"/>
          <p:cNvSpPr txBox="1"/>
          <p:nvPr/>
        </p:nvSpPr>
        <p:spPr>
          <a:xfrm>
            <a:off x="1508760" y="1417320"/>
            <a:ext cx="6858000" cy="4297680"/>
          </a:xfrm>
          <a:prstGeom prst="rect">
            <a:avLst/>
          </a:prstGeom>
          <a:noFill/>
        </p:spPr>
        <p:txBody>
          <a:bodyPr wrap="square">
            <a:spAutoFit/>
          </a:bodyPr>
          <a:lstStyle/>
          <a:p>
            <a:r>
              <a:rPr sz="1500" b="0"/>
              <a:t>Python</a:t>
            </a:r>
            <a:br/>
            <a:r>
              <a:rPr sz="1500" b="0"/>
              <a:t>• Pandas – data loading, cleaning and aggregation</a:t>
            </a:r>
            <a:br/>
            <a:r>
              <a:rPr sz="1500" b="0"/>
              <a:t>• NumPy – numerical analysis</a:t>
            </a:r>
            <a:br/>
            <a:r>
              <a:rPr sz="1500" b="0"/>
              <a:t>• Matplotlib – charts and visualization</a:t>
            </a:r>
            <a:br/>
            <a:r>
              <a:rPr sz="1500" b="0"/>
              <a:t>• Jupyter Notebook – analysis documentation</a:t>
            </a:r>
            <a:br/>
            <a:br/>
            <a:r>
              <a:rPr sz="1500" b="0"/>
              <a:t>Analytical techniques</a:t>
            </a:r>
            <a:br/>
            <a:r>
              <a:rPr sz="1500" b="0"/>
              <a:t>• Descriptive statistics</a:t>
            </a:r>
            <a:br/>
            <a:r>
              <a:rPr sz="1500" b="0"/>
              <a:t>• Group-by seasonal comparisons</a:t>
            </a:r>
            <a:br/>
            <a:r>
              <a:rPr sz="1500" b="0"/>
              <a:t>• Correlation analysis</a:t>
            </a:r>
            <a:br/>
            <a:r>
              <a:rPr sz="1500" b="0"/>
              <a:t>• Trend / relationship visualization</a:t>
            </a:r>
            <a:br/>
            <a:br/>
            <a:r>
              <a:rPr sz="1500" b="0"/>
              <a:t>Data source: provided Seasonal Agriculture Performance Analysis dataset.</a:t>
            </a:r>
          </a:p>
        </p:txBody>
      </p:sp>
    </p:spTree>
    <p:extLst>
      <p:ext uri="{BB962C8B-B14F-4D97-AF65-F5344CB8AC3E}">
        <p14:creationId xmlns:p14="http://schemas.microsoft.com/office/powerpoint/2010/main" val="1341901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Effect transition="in" filter="fade">
                                      <p:cBhvr>
                                        <p:cTn id="9" dur="500"/>
                                        <p:tgtEl>
                                          <p:spTgt spid="9"/>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xEl>
                                              <p:pRg st="0" end="0"/>
                                            </p:txEl>
                                          </p:spTgt>
                                        </p:tgtEl>
                                        <p:attrNameLst>
                                          <p:attrName>style.visibility</p:attrName>
                                        </p:attrNameLst>
                                      </p:cBhvr>
                                      <p:to>
                                        <p:strVal val="visible"/>
                                      </p:to>
                                    </p:set>
                                    <p:animEffect transition="in" filter="fade">
                                      <p:cBhvr>
                                        <p:cTn id="14" dur="1000"/>
                                        <p:tgtEl>
                                          <p:spTgt spid="7">
                                            <p:txEl>
                                              <p:pRg st="0" end="0"/>
                                            </p:txEl>
                                          </p:spTgt>
                                        </p:tgtEl>
                                      </p:cBhvr>
                                    </p:animEffect>
                                    <p:anim calcmode="lin" valueType="num">
                                      <p:cBhvr>
                                        <p:cTn id="15"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AFE3A2AF-177E-45E6-A191-0F8523DB7FFA}"/>
              </a:ext>
            </a:extLst>
          </p:cNvPr>
          <p:cNvSpPr>
            <a:spLocks noGrp="1"/>
          </p:cNvSpPr>
          <p:nvPr>
            <p:ph type="title"/>
          </p:nvPr>
        </p:nvSpPr>
        <p:spPr>
          <a:xfrm>
            <a:off x="675957" y="370589"/>
            <a:ext cx="2981643" cy="830997"/>
          </a:xfrm>
        </p:spPr>
        <p:txBody>
          <a:bodyPr>
            <a:normAutofit/>
          </a:bodyPr>
          <a:lstStyle/>
          <a:p>
            <a:r>
              <a:rPr sz="1800" b="1"/>
              <a:t>RESULTS – DATA QUALITY &amp; PREPARATION</a:t>
            </a:r>
            <a:endParaRPr lang="en-IN" dirty="0"/>
          </a:p>
        </p:txBody>
      </p:sp>
      <p:sp>
        <p:nvSpPr>
          <p:cNvPr id="7" name="Text Placeholder 30">
            <a:extLst>
              <a:ext uri="{FF2B5EF4-FFF2-40B4-BE49-F238E27FC236}">
                <a16:creationId xmlns:a16="http://schemas.microsoft.com/office/drawing/2014/main" id="{372426BE-BEE7-4A6D-BCD2-059615BBCE25}"/>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sz="1500" b="1"/>
              <a:t>4,000 records</a:t>
            </a:r>
            <a:br/>
            <a:r>
              <a:rPr sz="1500" b="1"/>
              <a:t>28 variables</a:t>
            </a:r>
            <a:endParaRPr lang="en-GB" sz="2000" dirty="0"/>
          </a:p>
        </p:txBody>
      </p:sp>
      <p:sp>
        <p:nvSpPr>
          <p:cNvPr id="8" name="Text Placeholder 30">
            <a:extLst>
              <a:ext uri="{FF2B5EF4-FFF2-40B4-BE49-F238E27FC236}">
                <a16:creationId xmlns:a16="http://schemas.microsoft.com/office/drawing/2014/main" id="{E61E227A-5883-4C77-B25A-46A22FFDF41F}"/>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sz="1500" b="1"/>
              <a:t>120 missing values</a:t>
            </a:r>
            <a:br/>
            <a:r>
              <a:rPr sz="1500" b="1"/>
              <a:t>0 duplicate rows</a:t>
            </a:r>
            <a:endParaRPr lang="en-GB" sz="2000" dirty="0"/>
          </a:p>
        </p:txBody>
      </p:sp>
      <p:sp>
        <p:nvSpPr>
          <p:cNvPr id="10" name="Text Placeholder 1">
            <a:extLst>
              <a:ext uri="{FF2B5EF4-FFF2-40B4-BE49-F238E27FC236}">
                <a16:creationId xmlns:a16="http://schemas.microsoft.com/office/drawing/2014/main" id="{B19D8AC7-3787-4ADB-9212-0808F015C2DD}"/>
              </a:ext>
            </a:extLst>
          </p:cNvPr>
          <p:cNvSpPr>
            <a:spLocks noGrp="1"/>
          </p:cNvSpPr>
          <p:nvPr>
            <p:ph type="body" sz="quarter" idx="12"/>
          </p:nvPr>
        </p:nvSpPr>
        <p:spPr>
          <a:xfrm>
            <a:off x="807164" y="1431693"/>
            <a:ext cx="4275138" cy="477520"/>
          </a:xfrm>
        </p:spPr>
        <p:txBody>
          <a:bodyPr vert="horz" lIns="91440" tIns="45720" rIns="91440" bIns="45720" rtlCol="0" anchor="t">
            <a:normAutofit/>
          </a:bodyPr>
          <a:lstStyle/>
          <a:p>
            <a:pPr marL="0" indent="0">
              <a:buNone/>
            </a:pPr>
            <a:endParaRPr lang="en-IN" dirty="0"/>
          </a:p>
        </p:txBody>
      </p:sp>
      <p:sp>
        <p:nvSpPr>
          <p:cNvPr id="31" name="TextBox 30"/>
          <p:cNvSpPr txBox="1"/>
          <p:nvPr/>
        </p:nvSpPr>
        <p:spPr>
          <a:xfrm>
            <a:off x="777240" y="1874519"/>
            <a:ext cx="5394960" cy="3474720"/>
          </a:xfrm>
          <a:prstGeom prst="rect">
            <a:avLst/>
          </a:prstGeom>
          <a:noFill/>
        </p:spPr>
        <p:txBody>
          <a:bodyPr wrap="square">
            <a:spAutoFit/>
          </a:bodyPr>
          <a:lstStyle/>
          <a:p>
            <a:r>
              <a:rPr sz="1600" b="0"/>
              <a:t>Data quality checks</a:t>
            </a:r>
            <a:br/>
            <a:r>
              <a:rPr sz="1600" b="0"/>
              <a:t>• 48 missing Rainfall values</a:t>
            </a:r>
            <a:br/>
            <a:r>
              <a:rPr sz="1600" b="0"/>
              <a:t>• 40 missing Soil Moisture values</a:t>
            </a:r>
            <a:br/>
            <a:r>
              <a:rPr sz="1600" b="0"/>
              <a:t>• 32 missing Yield values</a:t>
            </a:r>
            <a:br/>
            <a:r>
              <a:rPr sz="1600" b="0"/>
              <a:t>• No duplicate rows detected</a:t>
            </a:r>
            <a:br/>
            <a:r>
              <a:rPr sz="1600" b="0"/>
              <a:t>• Numeric missing values were median-imputed for analysis</a:t>
            </a:r>
            <a:br/>
            <a:br/>
            <a:r>
              <a:rPr sz="1600" b="0"/>
              <a:t>Prepared dataset used for comparisons and visualizations.</a:t>
            </a:r>
          </a:p>
        </p:txBody>
      </p:sp>
      <p:sp>
        <p:nvSpPr>
          <p:cNvPr id="32" name="TextBox 31"/>
          <p:cNvSpPr txBox="1"/>
          <p:nvPr/>
        </p:nvSpPr>
        <p:spPr>
          <a:xfrm>
            <a:off x="6492240" y="1874519"/>
            <a:ext cx="3840480" cy="3474720"/>
          </a:xfrm>
          <a:prstGeom prst="rect">
            <a:avLst/>
          </a:prstGeom>
          <a:noFill/>
        </p:spPr>
        <p:txBody>
          <a:bodyPr wrap="square">
            <a:spAutoFit/>
          </a:bodyPr>
          <a:lstStyle/>
          <a:p>
            <a:r>
              <a:rPr sz="1600" b="0"/>
              <a:t>Why this matters</a:t>
            </a:r>
            <a:br/>
            <a:br/>
            <a:r>
              <a:rPr sz="1600" b="0"/>
              <a:t>Cleaning prevents incomplete records from distorting seasonal averages and relationships.</a:t>
            </a:r>
            <a:br/>
            <a:br/>
            <a:r>
              <a:rPr sz="1600" b="0"/>
              <a:t>The original dataset contains 4,000 observations; missingness is limited to three numeric fields.</a:t>
            </a:r>
          </a:p>
        </p:txBody>
      </p:sp>
    </p:spTree>
    <p:extLst>
      <p:ext uri="{BB962C8B-B14F-4D97-AF65-F5344CB8AC3E}">
        <p14:creationId xmlns:p14="http://schemas.microsoft.com/office/powerpoint/2010/main" val="1086225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AAE43-B138-25CD-D01F-41DB388556C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FCF24DA-3CDC-4D87-9335-AB913C783F76}"/>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6D5AF756-BADB-9E87-14AC-F87A8C7463BF}"/>
              </a:ext>
            </a:extLst>
          </p:cNvPr>
          <p:cNvSpPr>
            <a:spLocks noGrp="1"/>
          </p:cNvSpPr>
          <p:nvPr>
            <p:ph type="title"/>
          </p:nvPr>
        </p:nvSpPr>
        <p:spPr>
          <a:xfrm>
            <a:off x="675957" y="370589"/>
            <a:ext cx="2981643" cy="830997"/>
          </a:xfrm>
        </p:spPr>
        <p:txBody>
          <a:bodyPr>
            <a:normAutofit/>
          </a:bodyPr>
          <a:lstStyle/>
          <a:p>
            <a:r>
              <a:rPr sz="2100" b="1"/>
              <a:t>RESULTS – SEASONAL PERFORMANCE</a:t>
            </a:r>
            <a:endParaRPr lang="en-IN" dirty="0"/>
          </a:p>
        </p:txBody>
      </p:sp>
      <p:sp>
        <p:nvSpPr>
          <p:cNvPr id="7" name="Text Placeholder 30">
            <a:extLst>
              <a:ext uri="{FF2B5EF4-FFF2-40B4-BE49-F238E27FC236}">
                <a16:creationId xmlns:a16="http://schemas.microsoft.com/office/drawing/2014/main" id="{4716F3BA-AE41-9B35-3BCA-353F205375D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sz="1400" b="1"/>
              <a:t>Kharif: 5.64 t/ha</a:t>
            </a:r>
            <a:br/>
            <a:r>
              <a:rPr sz="1400" b="1"/>
              <a:t>Highest average yield</a:t>
            </a:r>
            <a:endParaRPr lang="en-GB" sz="2000" dirty="0"/>
          </a:p>
        </p:txBody>
      </p:sp>
      <p:sp>
        <p:nvSpPr>
          <p:cNvPr id="8" name="Text Placeholder 30">
            <a:extLst>
              <a:ext uri="{FF2B5EF4-FFF2-40B4-BE49-F238E27FC236}">
                <a16:creationId xmlns:a16="http://schemas.microsoft.com/office/drawing/2014/main" id="{0E149068-B429-662F-714A-0DD8CE171A51}"/>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sz="1400" b="1"/>
              <a:t>Kharif: ₹178.9k</a:t>
            </a:r>
            <a:br/>
            <a:r>
              <a:rPr sz="1400" b="1"/>
              <a:t>Highest average profit</a:t>
            </a:r>
            <a:endParaRPr lang="en-GB" sz="2000" dirty="0"/>
          </a:p>
        </p:txBody>
      </p:sp>
      <p:sp>
        <p:nvSpPr>
          <p:cNvPr id="10" name="Text Placeholder 1">
            <a:extLst>
              <a:ext uri="{FF2B5EF4-FFF2-40B4-BE49-F238E27FC236}">
                <a16:creationId xmlns:a16="http://schemas.microsoft.com/office/drawing/2014/main" id="{3A64DB11-806F-1A4C-E0D5-D745D29CED50}"/>
              </a:ext>
            </a:extLst>
          </p:cNvPr>
          <p:cNvSpPr>
            <a:spLocks noGrp="1"/>
          </p:cNvSpPr>
          <p:nvPr>
            <p:ph type="body" sz="quarter" idx="12"/>
          </p:nvPr>
        </p:nvSpPr>
        <p:spPr>
          <a:xfrm>
            <a:off x="807164" y="1431693"/>
            <a:ext cx="4275138" cy="477520"/>
          </a:xfrm>
        </p:spPr>
        <p:txBody>
          <a:bodyPr/>
          <a:lstStyle/>
          <a:p>
            <a:pPr marL="0" indent="0">
              <a:buNone/>
            </a:pPr>
            <a:endParaRPr lang="en-IN" dirty="0"/>
          </a:p>
        </p:txBody>
      </p:sp>
      <p:pic>
        <p:nvPicPr>
          <p:cNvPr id="31" name="Picture 30" descr="season.png"/>
          <p:cNvPicPr>
            <a:picLocks noChangeAspect="1"/>
          </p:cNvPicPr>
          <p:nvPr/>
        </p:nvPicPr>
        <p:blipFill>
          <a:blip r:embed="rId3"/>
          <a:stretch>
            <a:fillRect/>
          </a:stretch>
        </p:blipFill>
        <p:spPr>
          <a:xfrm>
            <a:off x="685800" y="2057400"/>
            <a:ext cx="6583680" cy="3063240"/>
          </a:xfrm>
          <a:prstGeom prst="rect">
            <a:avLst/>
          </a:prstGeom>
        </p:spPr>
      </p:pic>
      <p:sp>
        <p:nvSpPr>
          <p:cNvPr id="32" name="TextBox 31"/>
          <p:cNvSpPr txBox="1"/>
          <p:nvPr/>
        </p:nvSpPr>
        <p:spPr>
          <a:xfrm>
            <a:off x="7452360" y="1920240"/>
            <a:ext cx="2834640" cy="3291840"/>
          </a:xfrm>
          <a:prstGeom prst="rect">
            <a:avLst/>
          </a:prstGeom>
          <a:noFill/>
        </p:spPr>
        <p:txBody>
          <a:bodyPr wrap="square">
            <a:spAutoFit/>
          </a:bodyPr>
          <a:lstStyle/>
          <a:p>
            <a:r>
              <a:rPr sz="1400" b="0"/>
              <a:t>Key insight</a:t>
            </a:r>
            <a:br/>
            <a:br/>
            <a:r>
              <a:rPr sz="1400" b="0"/>
              <a:t>Kharif has the strongest average yield and profit among the three seasons. Rabi is intermediate, while Zaid has the lowest average yield and a negative average profit. Seasonal differences therefore matter for both production and economics.</a:t>
            </a:r>
          </a:p>
        </p:txBody>
      </p:sp>
    </p:spTree>
    <p:extLst>
      <p:ext uri="{BB962C8B-B14F-4D97-AF65-F5344CB8AC3E}">
        <p14:creationId xmlns:p14="http://schemas.microsoft.com/office/powerpoint/2010/main" val="3849627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9E943-C59C-1D86-29CA-F786C47BABA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EC6E6C7-69F2-D361-F3CC-FC5268D9BC8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DFCD5524-F764-DC63-6F54-D48057CF17B7}"/>
              </a:ext>
            </a:extLst>
          </p:cNvPr>
          <p:cNvSpPr>
            <a:spLocks noGrp="1"/>
          </p:cNvSpPr>
          <p:nvPr>
            <p:ph type="title"/>
          </p:nvPr>
        </p:nvSpPr>
        <p:spPr>
          <a:xfrm>
            <a:off x="675957" y="370589"/>
            <a:ext cx="2981643" cy="830997"/>
          </a:xfrm>
        </p:spPr>
        <p:txBody>
          <a:bodyPr>
            <a:normAutofit/>
          </a:bodyPr>
          <a:lstStyle/>
          <a:p>
            <a:r>
              <a:rPr sz="2100" b="1"/>
              <a:t>RESULTS – CROP PROFITABILITY</a:t>
            </a:r>
            <a:endParaRPr lang="en-IN" dirty="0"/>
          </a:p>
        </p:txBody>
      </p:sp>
      <p:sp>
        <p:nvSpPr>
          <p:cNvPr id="7" name="Text Placeholder 30">
            <a:extLst>
              <a:ext uri="{FF2B5EF4-FFF2-40B4-BE49-F238E27FC236}">
                <a16:creationId xmlns:a16="http://schemas.microsoft.com/office/drawing/2014/main" id="{4B1E3463-DEAD-53DD-2AC0-E8A458421D0B}"/>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sz="1400" b="1"/>
              <a:t>Chilli: ₹750.9k</a:t>
            </a:r>
            <a:br/>
            <a:r>
              <a:rPr sz="1400" b="1"/>
              <a:t>Highest avg profit</a:t>
            </a:r>
            <a:endParaRPr lang="en-GB" sz="2000" dirty="0"/>
          </a:p>
        </p:txBody>
      </p:sp>
      <p:sp>
        <p:nvSpPr>
          <p:cNvPr id="8" name="Text Placeholder 30">
            <a:extLst>
              <a:ext uri="{FF2B5EF4-FFF2-40B4-BE49-F238E27FC236}">
                <a16:creationId xmlns:a16="http://schemas.microsoft.com/office/drawing/2014/main" id="{B713140B-3822-90E0-F216-B77A695B86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sz="1400" b="1"/>
              <a:t>Sugarcane: 46.94 t/ha</a:t>
            </a:r>
            <a:br/>
            <a:r>
              <a:rPr sz="1400" b="1"/>
              <a:t>Highest avg yield</a:t>
            </a:r>
            <a:endParaRPr lang="en-GB" sz="2000" dirty="0"/>
          </a:p>
        </p:txBody>
      </p:sp>
      <p:sp>
        <p:nvSpPr>
          <p:cNvPr id="10" name="Text Placeholder 1">
            <a:extLst>
              <a:ext uri="{FF2B5EF4-FFF2-40B4-BE49-F238E27FC236}">
                <a16:creationId xmlns:a16="http://schemas.microsoft.com/office/drawing/2014/main" id="{B6E3B1C7-6A8B-23EE-6251-DC1067C6ADE9}"/>
              </a:ext>
            </a:extLst>
          </p:cNvPr>
          <p:cNvSpPr>
            <a:spLocks noGrp="1"/>
          </p:cNvSpPr>
          <p:nvPr>
            <p:ph type="body" sz="quarter" idx="12"/>
          </p:nvPr>
        </p:nvSpPr>
        <p:spPr>
          <a:xfrm>
            <a:off x="807164" y="1431693"/>
            <a:ext cx="4275138" cy="477520"/>
          </a:xfrm>
        </p:spPr>
        <p:txBody>
          <a:bodyPr/>
          <a:lstStyle/>
          <a:p>
            <a:pPr marL="0" indent="0">
              <a:buNone/>
            </a:pPr>
            <a:endParaRPr lang="en-IN" dirty="0"/>
          </a:p>
        </p:txBody>
      </p:sp>
      <p:pic>
        <p:nvPicPr>
          <p:cNvPr id="31" name="Picture 30" descr="crop_profit.png"/>
          <p:cNvPicPr>
            <a:picLocks noChangeAspect="1"/>
          </p:cNvPicPr>
          <p:nvPr/>
        </p:nvPicPr>
        <p:blipFill>
          <a:blip r:embed="rId3"/>
          <a:stretch>
            <a:fillRect/>
          </a:stretch>
        </p:blipFill>
        <p:spPr>
          <a:xfrm>
            <a:off x="685800" y="2057400"/>
            <a:ext cx="6583680" cy="3063240"/>
          </a:xfrm>
          <a:prstGeom prst="rect">
            <a:avLst/>
          </a:prstGeom>
        </p:spPr>
      </p:pic>
      <p:sp>
        <p:nvSpPr>
          <p:cNvPr id="32" name="TextBox 31"/>
          <p:cNvSpPr txBox="1"/>
          <p:nvPr/>
        </p:nvSpPr>
        <p:spPr>
          <a:xfrm>
            <a:off x="7452360" y="1920240"/>
            <a:ext cx="2834640" cy="3291840"/>
          </a:xfrm>
          <a:prstGeom prst="rect">
            <a:avLst/>
          </a:prstGeom>
          <a:noFill/>
        </p:spPr>
        <p:txBody>
          <a:bodyPr wrap="square">
            <a:spAutoFit/>
          </a:bodyPr>
          <a:lstStyle/>
          <a:p>
            <a:r>
              <a:rPr sz="1400" b="0"/>
              <a:t>Key insight</a:t>
            </a:r>
            <a:br/>
            <a:br/>
            <a:r>
              <a:rPr sz="1400" b="0"/>
              <a:t>Profitability varies sharply by crop. Chilli has the highest average profit, while Sugarcane has by far the highest average yield. These are different performance dimensions, so yield alone should not be used to judge economic success.</a:t>
            </a:r>
          </a:p>
        </p:txBody>
      </p:sp>
    </p:spTree>
    <p:extLst>
      <p:ext uri="{BB962C8B-B14F-4D97-AF65-F5344CB8AC3E}">
        <p14:creationId xmlns:p14="http://schemas.microsoft.com/office/powerpoint/2010/main" val="1698901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05AC1B-54F8-474D-6B86-CF23FDF34B0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E9D7CE81-8696-30A4-F33E-B4B569D3502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15FD49EE-0956-AAE3-737B-15F7D4267C1A}"/>
              </a:ext>
            </a:extLst>
          </p:cNvPr>
          <p:cNvSpPr>
            <a:spLocks noGrp="1"/>
          </p:cNvSpPr>
          <p:nvPr>
            <p:ph type="title"/>
          </p:nvPr>
        </p:nvSpPr>
        <p:spPr>
          <a:xfrm>
            <a:off x="675957" y="370589"/>
            <a:ext cx="2981643" cy="830997"/>
          </a:xfrm>
        </p:spPr>
        <p:txBody>
          <a:bodyPr>
            <a:normAutofit/>
          </a:bodyPr>
          <a:lstStyle/>
          <a:p>
            <a:r>
              <a:rPr sz="2100" b="1"/>
              <a:t>RESULTS – IRRIGATION COMPARISON</a:t>
            </a:r>
            <a:endParaRPr lang="en-IN" dirty="0"/>
          </a:p>
        </p:txBody>
      </p:sp>
      <p:sp>
        <p:nvSpPr>
          <p:cNvPr id="7" name="Text Placeholder 30">
            <a:extLst>
              <a:ext uri="{FF2B5EF4-FFF2-40B4-BE49-F238E27FC236}">
                <a16:creationId xmlns:a16="http://schemas.microsoft.com/office/drawing/2014/main" id="{D224F8B1-34DD-5A54-7F70-25EBA532E6E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sz="1400" b="1"/>
              <a:t>Drip: 6.62 t/ha</a:t>
            </a:r>
            <a:br/>
            <a:r>
              <a:rPr sz="1400" b="1"/>
              <a:t>Highest avg yield</a:t>
            </a:r>
            <a:endParaRPr lang="en-GB" sz="2000" dirty="0"/>
          </a:p>
        </p:txBody>
      </p:sp>
      <p:sp>
        <p:nvSpPr>
          <p:cNvPr id="8" name="Text Placeholder 30">
            <a:extLst>
              <a:ext uri="{FF2B5EF4-FFF2-40B4-BE49-F238E27FC236}">
                <a16:creationId xmlns:a16="http://schemas.microsoft.com/office/drawing/2014/main" id="{25A36120-3EFF-6A69-8D23-42BFD883ADDA}"/>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sz="1400" b="1"/>
              <a:t>Rainfed: 7.56 t/1000m³</a:t>
            </a:r>
            <a:br/>
            <a:r>
              <a:rPr sz="1400" b="1"/>
              <a:t>Highest efficiency</a:t>
            </a:r>
            <a:endParaRPr lang="en-GB" sz="2000" dirty="0"/>
          </a:p>
        </p:txBody>
      </p:sp>
      <p:sp>
        <p:nvSpPr>
          <p:cNvPr id="10" name="Text Placeholder 1">
            <a:extLst>
              <a:ext uri="{FF2B5EF4-FFF2-40B4-BE49-F238E27FC236}">
                <a16:creationId xmlns:a16="http://schemas.microsoft.com/office/drawing/2014/main" id="{2B7B89A1-9444-8322-CADC-42D31D698FA8}"/>
              </a:ext>
            </a:extLst>
          </p:cNvPr>
          <p:cNvSpPr>
            <a:spLocks noGrp="1"/>
          </p:cNvSpPr>
          <p:nvPr>
            <p:ph type="body" sz="quarter" idx="12"/>
          </p:nvPr>
        </p:nvSpPr>
        <p:spPr>
          <a:xfrm>
            <a:off x="807164" y="1431693"/>
            <a:ext cx="4275138" cy="477520"/>
          </a:xfrm>
        </p:spPr>
        <p:txBody>
          <a:bodyPr/>
          <a:lstStyle/>
          <a:p>
            <a:pPr marL="0" indent="0">
              <a:buNone/>
            </a:pPr>
            <a:endParaRPr lang="en-IN" dirty="0"/>
          </a:p>
        </p:txBody>
      </p:sp>
      <p:pic>
        <p:nvPicPr>
          <p:cNvPr id="31" name="Picture 30" descr="irrigation_yield.png"/>
          <p:cNvPicPr>
            <a:picLocks noChangeAspect="1"/>
          </p:cNvPicPr>
          <p:nvPr/>
        </p:nvPicPr>
        <p:blipFill>
          <a:blip r:embed="rId3"/>
          <a:stretch>
            <a:fillRect/>
          </a:stretch>
        </p:blipFill>
        <p:spPr>
          <a:xfrm>
            <a:off x="685800" y="2057400"/>
            <a:ext cx="6583680" cy="3063240"/>
          </a:xfrm>
          <a:prstGeom prst="rect">
            <a:avLst/>
          </a:prstGeom>
        </p:spPr>
      </p:pic>
      <p:sp>
        <p:nvSpPr>
          <p:cNvPr id="32" name="TextBox 31"/>
          <p:cNvSpPr txBox="1"/>
          <p:nvPr/>
        </p:nvSpPr>
        <p:spPr>
          <a:xfrm>
            <a:off x="7452360" y="1920240"/>
            <a:ext cx="2834640" cy="3291840"/>
          </a:xfrm>
          <a:prstGeom prst="rect">
            <a:avLst/>
          </a:prstGeom>
          <a:noFill/>
        </p:spPr>
        <p:txBody>
          <a:bodyPr wrap="square">
            <a:spAutoFit/>
          </a:bodyPr>
          <a:lstStyle/>
          <a:p>
            <a:r>
              <a:rPr sz="1400" b="0"/>
              <a:t>Key insight</a:t>
            </a:r>
            <a:br/>
            <a:br/>
            <a:r>
              <a:rPr sz="1400" b="0"/>
              <a:t>Drip irrigation records the highest average yield and profit, whereas Rainfed farms show the highest water-efficiency metric. Flood irrigation has lower average yield and water efficiency than Drip.</a:t>
            </a:r>
          </a:p>
        </p:txBody>
      </p:sp>
    </p:spTree>
    <p:extLst>
      <p:ext uri="{BB962C8B-B14F-4D97-AF65-F5344CB8AC3E}">
        <p14:creationId xmlns:p14="http://schemas.microsoft.com/office/powerpoint/2010/main" val="1903979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30C45-6A74-29AD-A5C0-D5F36592DB69}"/>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9E7611FF-D6E5-400F-ED75-6F5531CFA95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9E35150-35BD-1B1F-9A8C-890DBFDF3B54}"/>
              </a:ext>
            </a:extLst>
          </p:cNvPr>
          <p:cNvSpPr>
            <a:spLocks noGrp="1"/>
          </p:cNvSpPr>
          <p:nvPr>
            <p:ph type="title"/>
          </p:nvPr>
        </p:nvSpPr>
        <p:spPr>
          <a:xfrm>
            <a:off x="675957" y="370589"/>
            <a:ext cx="2981643" cy="830997"/>
          </a:xfrm>
        </p:spPr>
        <p:txBody>
          <a:bodyPr>
            <a:normAutofit/>
          </a:bodyPr>
          <a:lstStyle/>
          <a:p>
            <a:r>
              <a:rPr sz="2000" b="1"/>
              <a:t>RESULTS – FACTOR RELATIONSHIPS</a:t>
            </a:r>
            <a:endParaRPr lang="en-IN" dirty="0"/>
          </a:p>
        </p:txBody>
      </p:sp>
      <p:sp>
        <p:nvSpPr>
          <p:cNvPr id="7" name="Text Placeholder 30">
            <a:extLst>
              <a:ext uri="{FF2B5EF4-FFF2-40B4-BE49-F238E27FC236}">
                <a16:creationId xmlns:a16="http://schemas.microsoft.com/office/drawing/2014/main" id="{5A2A9BCE-A757-223C-2A3D-44341FB27A6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sz="1400" b="1"/>
              <a:t>Yield ↔ Water Efficiency</a:t>
            </a:r>
            <a:br/>
            <a:r>
              <a:rPr sz="1400" b="1"/>
              <a:t>r = 0.915</a:t>
            </a:r>
            <a:endParaRPr lang="en-GB" sz="2000" dirty="0"/>
          </a:p>
        </p:txBody>
      </p:sp>
      <p:sp>
        <p:nvSpPr>
          <p:cNvPr id="8" name="Text Placeholder 30">
            <a:extLst>
              <a:ext uri="{FF2B5EF4-FFF2-40B4-BE49-F238E27FC236}">
                <a16:creationId xmlns:a16="http://schemas.microsoft.com/office/drawing/2014/main" id="{1EED58A7-2CD5-1355-8D1D-DD62A1ED8C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sz="1400" b="1"/>
              <a:t>Yield ↔ Profit</a:t>
            </a:r>
            <a:br/>
            <a:r>
              <a:rPr sz="1400" b="1"/>
              <a:t>r = 0.490</a:t>
            </a:r>
            <a:endParaRPr lang="en-GB" sz="2000" dirty="0"/>
          </a:p>
        </p:txBody>
      </p:sp>
      <p:sp>
        <p:nvSpPr>
          <p:cNvPr id="10" name="Text Placeholder 1">
            <a:extLst>
              <a:ext uri="{FF2B5EF4-FFF2-40B4-BE49-F238E27FC236}">
                <a16:creationId xmlns:a16="http://schemas.microsoft.com/office/drawing/2014/main" id="{F85C769B-425A-FE3B-E47A-3B747985DC52}"/>
              </a:ext>
            </a:extLst>
          </p:cNvPr>
          <p:cNvSpPr>
            <a:spLocks noGrp="1"/>
          </p:cNvSpPr>
          <p:nvPr>
            <p:ph type="body" sz="quarter" idx="12"/>
          </p:nvPr>
        </p:nvSpPr>
        <p:spPr>
          <a:xfrm>
            <a:off x="807164" y="1431693"/>
            <a:ext cx="4275138" cy="477520"/>
          </a:xfrm>
        </p:spPr>
        <p:txBody>
          <a:bodyPr/>
          <a:lstStyle/>
          <a:p>
            <a:pPr marL="0" indent="0">
              <a:buNone/>
            </a:pPr>
            <a:endParaRPr lang="en-IN" dirty="0"/>
          </a:p>
        </p:txBody>
      </p:sp>
      <p:pic>
        <p:nvPicPr>
          <p:cNvPr id="31" name="Picture 30" descr="water_yield.png"/>
          <p:cNvPicPr>
            <a:picLocks noChangeAspect="1"/>
          </p:cNvPicPr>
          <p:nvPr/>
        </p:nvPicPr>
        <p:blipFill>
          <a:blip r:embed="rId3"/>
          <a:stretch>
            <a:fillRect/>
          </a:stretch>
        </p:blipFill>
        <p:spPr>
          <a:xfrm>
            <a:off x="685800" y="2057400"/>
            <a:ext cx="6583680" cy="3063240"/>
          </a:xfrm>
          <a:prstGeom prst="rect">
            <a:avLst/>
          </a:prstGeom>
        </p:spPr>
      </p:pic>
      <p:sp>
        <p:nvSpPr>
          <p:cNvPr id="32" name="TextBox 31"/>
          <p:cNvSpPr txBox="1"/>
          <p:nvPr/>
        </p:nvSpPr>
        <p:spPr>
          <a:xfrm>
            <a:off x="7452360" y="1920240"/>
            <a:ext cx="2834640" cy="3291840"/>
          </a:xfrm>
          <a:prstGeom prst="rect">
            <a:avLst/>
          </a:prstGeom>
          <a:noFill/>
        </p:spPr>
        <p:txBody>
          <a:bodyPr wrap="square">
            <a:spAutoFit/>
          </a:bodyPr>
          <a:lstStyle/>
          <a:p>
            <a:r>
              <a:rPr sz="1400" b="0"/>
              <a:t>Key insight</a:t>
            </a:r>
            <a:br/>
            <a:br/>
            <a:r>
              <a:rPr sz="1400" b="0"/>
              <a:t>Yield is strongly associated with water efficiency in this dataset. Profit also has a positive relationship with yield. Correlation indicates association, not causation, so the result should not be interpreted as proof that one variable directly causes another.</a:t>
            </a:r>
          </a:p>
        </p:txBody>
      </p:sp>
      <p:pic>
        <p:nvPicPr>
          <p:cNvPr id="33" name="Picture 32" descr="correlation.png"/>
          <p:cNvPicPr>
            <a:picLocks noChangeAspect="1"/>
          </p:cNvPicPr>
          <p:nvPr/>
        </p:nvPicPr>
        <p:blipFill>
          <a:blip r:embed="rId4"/>
          <a:stretch>
            <a:fillRect/>
          </a:stretch>
        </p:blipFill>
        <p:spPr>
          <a:xfrm>
            <a:off x="685800" y="1965960"/>
            <a:ext cx="6583680" cy="3200400"/>
          </a:xfrm>
          <a:prstGeom prst="rect">
            <a:avLst/>
          </a:prstGeom>
        </p:spPr>
      </p:pic>
      <p:sp>
        <p:nvSpPr>
          <p:cNvPr id="34" name="TextBox 33"/>
          <p:cNvSpPr txBox="1"/>
          <p:nvPr/>
        </p:nvSpPr>
        <p:spPr>
          <a:xfrm>
            <a:off x="7452360" y="1920240"/>
            <a:ext cx="2834640" cy="3383280"/>
          </a:xfrm>
          <a:prstGeom prst="rect">
            <a:avLst/>
          </a:prstGeom>
          <a:noFill/>
        </p:spPr>
        <p:txBody>
          <a:bodyPr wrap="square">
            <a:spAutoFit/>
          </a:bodyPr>
          <a:lstStyle/>
          <a:p>
            <a:r>
              <a:rPr sz="1400" b="0"/>
              <a:t>Interpretation</a:t>
            </a:r>
            <a:br/>
            <a:br/>
            <a:r>
              <a:rPr sz="1400" b="0"/>
              <a:t>Water efficiency is the strongest measured association with yield in the provided numeric variables.</a:t>
            </a:r>
            <a:br/>
            <a:br/>
            <a:r>
              <a:rPr sz="1400" b="0"/>
              <a:t>Rainfall, temperature, humidity and soil moisture show very weak linear correlations with yield in this dataset.</a:t>
            </a:r>
            <a:br/>
            <a:br/>
            <a:r>
              <a:rPr sz="1400" b="0"/>
              <a:t>These findings describe the observed data and should be validated with further statistical modelling.</a:t>
            </a:r>
          </a:p>
        </p:txBody>
      </p:sp>
    </p:spTree>
    <p:extLst>
      <p:ext uri="{BB962C8B-B14F-4D97-AF65-F5344CB8AC3E}">
        <p14:creationId xmlns:p14="http://schemas.microsoft.com/office/powerpoint/2010/main" val="1421522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E94ED-1743-306E-1CA1-9410A2B5099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4506C61-5206-F1DF-9994-DED24DFB1C6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B097C2C-D75A-31D4-CD9F-366F39CDE51D}"/>
              </a:ext>
            </a:extLst>
          </p:cNvPr>
          <p:cNvSpPr>
            <a:spLocks noGrp="1"/>
          </p:cNvSpPr>
          <p:nvPr>
            <p:ph type="title"/>
          </p:nvPr>
        </p:nvSpPr>
        <p:spPr>
          <a:xfrm>
            <a:off x="675957" y="370589"/>
            <a:ext cx="4735798" cy="830997"/>
          </a:xfrm>
        </p:spPr>
        <p:txBody>
          <a:bodyPr>
            <a:normAutofit/>
          </a:bodyPr>
          <a:lstStyle/>
          <a:p>
            <a:r>
              <a:rPr sz="2200" b="1"/>
              <a:t>Future scope</a:t>
            </a:r>
          </a:p>
        </p:txBody>
      </p:sp>
      <p:sp>
        <p:nvSpPr>
          <p:cNvPr id="7" name="Text Placeholder 30">
            <a:extLst>
              <a:ext uri="{FF2B5EF4-FFF2-40B4-BE49-F238E27FC236}">
                <a16:creationId xmlns:a16="http://schemas.microsoft.com/office/drawing/2014/main" id="{B7444DDE-63A3-9721-77CC-C93FED110DAF}"/>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sz="1500" b="1"/>
              <a:t>NEXT STEPS</a:t>
            </a:r>
            <a:endParaRPr lang="en-GB" sz="2000" dirty="0"/>
          </a:p>
        </p:txBody>
      </p:sp>
      <p:sp>
        <p:nvSpPr>
          <p:cNvPr id="8" name="Text Placeholder 30">
            <a:extLst>
              <a:ext uri="{FF2B5EF4-FFF2-40B4-BE49-F238E27FC236}">
                <a16:creationId xmlns:a16="http://schemas.microsoft.com/office/drawing/2014/main" id="{2C8A8B73-0C64-E012-F561-D7FE5E322230}"/>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sz="1500" b="1"/>
              <a:t>EXTENSIONS</a:t>
            </a:r>
            <a:endParaRPr lang="en-GB" sz="2000" dirty="0"/>
          </a:p>
        </p:txBody>
      </p:sp>
      <p:sp>
        <p:nvSpPr>
          <p:cNvPr id="24" name="TextBox 23"/>
          <p:cNvSpPr txBox="1"/>
          <p:nvPr/>
        </p:nvSpPr>
        <p:spPr>
          <a:xfrm>
            <a:off x="685800" y="1828800"/>
            <a:ext cx="5029200" cy="3474720"/>
          </a:xfrm>
          <a:prstGeom prst="rect">
            <a:avLst/>
          </a:prstGeom>
          <a:noFill/>
        </p:spPr>
        <p:txBody>
          <a:bodyPr wrap="square">
            <a:spAutoFit/>
          </a:bodyPr>
          <a:lstStyle/>
          <a:p>
            <a:pPr>
              <a:spcAft>
                <a:spcPts val="700"/>
              </a:spcAft>
            </a:pPr>
            <a:r>
              <a:rPr sz="1500"/>
              <a:t>Build predictive models for yield and profit.</a:t>
            </a:r>
          </a:p>
          <a:p>
            <a:pPr>
              <a:spcAft>
                <a:spcPts val="700"/>
              </a:spcAft>
            </a:pPr>
            <a:r>
              <a:rPr sz="1500"/>
              <a:t>Analyze performance at state/district level.</a:t>
            </a:r>
          </a:p>
          <a:p>
            <a:pPr>
              <a:spcAft>
                <a:spcPts val="700"/>
              </a:spcAft>
            </a:pPr>
            <a:r>
              <a:rPr sz="1500"/>
              <a:t>Test interaction effects between season, crop and irrigation.</a:t>
            </a:r>
          </a:p>
          <a:p>
            <a:pPr>
              <a:spcAft>
                <a:spcPts val="700"/>
              </a:spcAft>
            </a:pPr>
            <a:r>
              <a:rPr sz="1500"/>
              <a:t>Use time-series data for multi-year seasonal forecasting.</a:t>
            </a:r>
          </a:p>
        </p:txBody>
      </p:sp>
      <p:sp>
        <p:nvSpPr>
          <p:cNvPr id="25" name="TextBox 24"/>
          <p:cNvSpPr txBox="1"/>
          <p:nvPr/>
        </p:nvSpPr>
        <p:spPr>
          <a:xfrm>
            <a:off x="6035040" y="1828800"/>
            <a:ext cx="4754880" cy="3474720"/>
          </a:xfrm>
          <a:prstGeom prst="rect">
            <a:avLst/>
          </a:prstGeom>
          <a:noFill/>
        </p:spPr>
        <p:txBody>
          <a:bodyPr wrap="square">
            <a:spAutoFit/>
          </a:bodyPr>
          <a:lstStyle/>
          <a:p>
            <a:pPr>
              <a:spcAft>
                <a:spcPts val="700"/>
              </a:spcAft>
            </a:pPr>
            <a:r>
              <a:rPr sz="1500"/>
              <a:t>Develop an interactive dashboard.</a:t>
            </a:r>
          </a:p>
          <a:p>
            <a:pPr>
              <a:spcAft>
                <a:spcPts val="700"/>
              </a:spcAft>
            </a:pPr>
            <a:r>
              <a:rPr sz="1500"/>
              <a:t>Add anomaly detection for unusual seasonal outcomes.</a:t>
            </a:r>
          </a:p>
          <a:p>
            <a:pPr>
              <a:spcAft>
                <a:spcPts val="700"/>
              </a:spcAft>
            </a:pPr>
            <a:r>
              <a:rPr sz="1500"/>
              <a:t>Compare input costs with marginal yield/profit gains.</a:t>
            </a:r>
          </a:p>
          <a:p>
            <a:pPr>
              <a:spcAft>
                <a:spcPts val="700"/>
              </a:spcAft>
            </a:pPr>
            <a:r>
              <a:rPr sz="1500"/>
              <a:t>Validate findings on larger, real-world agricultural datasets.</a:t>
            </a:r>
          </a:p>
        </p:txBody>
      </p:sp>
    </p:spTree>
    <p:extLst>
      <p:ext uri="{BB962C8B-B14F-4D97-AF65-F5344CB8AC3E}">
        <p14:creationId xmlns:p14="http://schemas.microsoft.com/office/powerpoint/2010/main" val="776828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7316CE-193E-3D5D-C15A-98517303A13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D44118A-0276-9E2F-E0E8-85CEE9F1E0C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01A2257-2F98-CB88-038E-C0F1D0A1A363}"/>
              </a:ext>
            </a:extLst>
          </p:cNvPr>
          <p:cNvSpPr>
            <a:spLocks noGrp="1"/>
          </p:cNvSpPr>
          <p:nvPr>
            <p:ph type="title"/>
          </p:nvPr>
        </p:nvSpPr>
        <p:spPr>
          <a:xfrm>
            <a:off x="675957" y="370589"/>
            <a:ext cx="4735798" cy="830997"/>
          </a:xfrm>
        </p:spPr>
        <p:txBody>
          <a:bodyPr>
            <a:normAutofit/>
          </a:bodyPr>
          <a:lstStyle/>
          <a:p>
            <a:r>
              <a:rPr sz="2200" b="1"/>
              <a:t>GitHub Link</a:t>
            </a:r>
          </a:p>
        </p:txBody>
      </p:sp>
      <p:sp>
        <p:nvSpPr>
          <p:cNvPr id="7" name="Text Placeholder 30">
            <a:extLst>
              <a:ext uri="{FF2B5EF4-FFF2-40B4-BE49-F238E27FC236}">
                <a16:creationId xmlns:a16="http://schemas.microsoft.com/office/drawing/2014/main" id="{AF1C8809-654A-4DD1-BB18-87B8B6C020B9}"/>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sz="1500" b="1"/>
              <a:t>REPOSITORY STATUS</a:t>
            </a:r>
            <a:endParaRPr lang="en-GB" sz="2000" dirty="0"/>
          </a:p>
        </p:txBody>
      </p:sp>
      <p:sp>
        <p:nvSpPr>
          <p:cNvPr id="8" name="Text Placeholder 30">
            <a:extLst>
              <a:ext uri="{FF2B5EF4-FFF2-40B4-BE49-F238E27FC236}">
                <a16:creationId xmlns:a16="http://schemas.microsoft.com/office/drawing/2014/main" id="{0F7D0B46-DEEA-1B5E-FE84-59D11F3B110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sz="1400" b="0"/>
              <a:t>No GitHub URL was provided in the supplied project files.</a:t>
            </a:r>
            <a:endParaRPr lang="en-GB" sz="2000" dirty="0"/>
          </a:p>
        </p:txBody>
      </p:sp>
      <p:sp>
        <p:nvSpPr>
          <p:cNvPr id="24" name="TextBox 23"/>
          <p:cNvSpPr txBox="1"/>
          <p:nvPr/>
        </p:nvSpPr>
        <p:spPr>
          <a:xfrm>
            <a:off x="914400" y="2011680"/>
            <a:ext cx="9326880" cy="2286000"/>
          </a:xfrm>
          <a:prstGeom prst="rect">
            <a:avLst/>
          </a:prstGeom>
          <a:noFill/>
        </p:spPr>
        <p:txBody>
          <a:bodyPr wrap="square">
            <a:spAutoFit/>
          </a:bodyPr>
          <a:lstStyle/>
          <a:p>
            <a:r>
              <a:rPr sz="1600" b="0"/>
              <a:t>GitHub repository: To be added by the student</a:t>
            </a:r>
            <a:br/>
            <a:br/>
            <a:r>
              <a:rPr sz="1600" b="0"/>
              <a:t>The analysis can be uploaded with:</a:t>
            </a:r>
            <a:br/>
            <a:r>
              <a:rPr sz="1600" b="0"/>
              <a:t>• Jupyter Notebook</a:t>
            </a:r>
            <a:br/>
            <a:r>
              <a:rPr sz="1600" b="0"/>
              <a:t>• seasonal_agriculture_performance_dataset.csv</a:t>
            </a:r>
            <a:br/>
            <a:r>
              <a:rPr sz="1600" b="0"/>
              <a:t>• Generated visualizations</a:t>
            </a:r>
            <a:br/>
            <a:r>
              <a:rPr sz="1600" b="0"/>
              <a:t>• Project PPT</a:t>
            </a:r>
            <a:br/>
            <a:br/>
            <a:r>
              <a:rPr sz="1600" b="0"/>
              <a:t>Note: No repository link has been invented to preserve submission accuracy.</a:t>
            </a:r>
          </a:p>
        </p:txBody>
      </p:sp>
    </p:spTree>
    <p:extLst>
      <p:ext uri="{BB962C8B-B14F-4D97-AF65-F5344CB8AC3E}">
        <p14:creationId xmlns:p14="http://schemas.microsoft.com/office/powerpoint/2010/main" val="3863610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866297-EA5A-44FA-6968-26D32B9B1EAC}"/>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5B12FC48-BC6E-8635-A49E-73EF17CEDC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42B692F6-18B4-BC16-EA0C-48FFBD5621DF}"/>
              </a:ext>
            </a:extLst>
          </p:cNvPr>
          <p:cNvSpPr>
            <a:spLocks noGrp="1"/>
          </p:cNvSpPr>
          <p:nvPr>
            <p:ph type="title"/>
          </p:nvPr>
        </p:nvSpPr>
        <p:spPr>
          <a:xfrm>
            <a:off x="675957" y="370589"/>
            <a:ext cx="8351388" cy="884658"/>
          </a:xfrm>
        </p:spPr>
        <p:txBody>
          <a:bodyPr>
            <a:normAutofit fontScale="90000"/>
          </a:bodyPr>
          <a:lstStyle/>
          <a:p>
            <a:r>
              <a:rPr sz="2000" b="1"/>
              <a:t>VOIS Course completion certificate -</a:t>
            </a:r>
            <a:br/>
            <a:r>
              <a:rPr sz="2000" b="1"/>
              <a:t>Course name- Data Visualization</a:t>
            </a:r>
          </a:p>
        </p:txBody>
      </p:sp>
      <p:sp>
        <p:nvSpPr>
          <p:cNvPr id="7" name="Text Placeholder 30">
            <a:extLst>
              <a:ext uri="{FF2B5EF4-FFF2-40B4-BE49-F238E27FC236}">
                <a16:creationId xmlns:a16="http://schemas.microsoft.com/office/drawing/2014/main" id="{069BD300-7A70-B076-3B4C-43081E893162}"/>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sz="1500" b="1"/>
              <a:t>CERTIFICATE</a:t>
            </a:r>
            <a:endParaRPr lang="en-GB" sz="2000" dirty="0"/>
          </a:p>
        </p:txBody>
      </p:sp>
      <p:sp>
        <p:nvSpPr>
          <p:cNvPr id="8" name="Text Placeholder 30">
            <a:extLst>
              <a:ext uri="{FF2B5EF4-FFF2-40B4-BE49-F238E27FC236}">
                <a16:creationId xmlns:a16="http://schemas.microsoft.com/office/drawing/2014/main" id="{8C1854F2-9914-C22F-FF0B-693CD1D0F966}"/>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sz="1400" b="0"/>
              <a:t>Certificate file not supplied with the project materials.</a:t>
            </a:r>
            <a:endParaRPr lang="en-GB" sz="2000" dirty="0"/>
          </a:p>
        </p:txBody>
      </p:sp>
      <p:sp>
        <p:nvSpPr>
          <p:cNvPr id="24" name="TextBox 23"/>
          <p:cNvSpPr txBox="1"/>
          <p:nvPr/>
        </p:nvSpPr>
        <p:spPr>
          <a:xfrm>
            <a:off x="914400" y="1920240"/>
            <a:ext cx="9144000" cy="2743200"/>
          </a:xfrm>
          <a:prstGeom prst="rect">
            <a:avLst/>
          </a:prstGeom>
          <a:noFill/>
        </p:spPr>
        <p:txBody>
          <a:bodyPr wrap="square">
            <a:spAutoFit/>
          </a:bodyPr>
          <a:lstStyle/>
          <a:p>
            <a:r>
              <a:rPr sz="1600" b="0"/>
              <a:t>Course information available in the supplied template:</a:t>
            </a:r>
            <a:br/>
            <a:r>
              <a:rPr sz="1600" b="0"/>
              <a:t>Course name: Data Visualization</a:t>
            </a:r>
            <a:br/>
            <a:br/>
            <a:r>
              <a:rPr sz="1600" b="0"/>
              <a:t>For final submission, insert the actual VOIS course completion certificate image/PDF screenshot here if required by the evaluator.</a:t>
            </a:r>
          </a:p>
        </p:txBody>
      </p:sp>
    </p:spTree>
    <p:extLst>
      <p:ext uri="{BB962C8B-B14F-4D97-AF65-F5344CB8AC3E}">
        <p14:creationId xmlns:p14="http://schemas.microsoft.com/office/powerpoint/2010/main" val="3962802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D88C20CF-C1EE-4092-B52D-FD4AB2AB2508}"/>
              </a:ext>
            </a:extLst>
          </p:cNvPr>
          <p:cNvSpPr>
            <a:spLocks noGrp="1"/>
          </p:cNvSpPr>
          <p:nvPr>
            <p:ph type="title"/>
          </p:nvPr>
        </p:nvSpPr>
        <p:spPr>
          <a:prstGeom prst="rect">
            <a:avLst/>
          </a:prstGeom>
        </p:spPr>
        <p:txBody>
          <a:bodyPr anchor="ctr">
            <a:normAutofit fontScale="90000"/>
          </a:bodyPr>
          <a:lstStyle/>
          <a:p>
            <a:pPr algn="ctr"/>
            <a:r>
              <a:rPr sz="2800" b="1"/>
              <a:t>Thank you</a:t>
            </a:r>
          </a:p>
        </p:txBody>
      </p:sp>
      <p:sp>
        <p:nvSpPr>
          <p:cNvPr id="31" name="Text Placeholder 30">
            <a:extLst>
              <a:ext uri="{FF2B5EF4-FFF2-40B4-BE49-F238E27FC236}">
                <a16:creationId xmlns:a16="http://schemas.microsoft.com/office/drawing/2014/main" id="{97AB1F14-3A1E-4057-A473-9975BA59F012}"/>
              </a:ext>
            </a:extLst>
          </p:cNvPr>
          <p:cNvSpPr>
            <a:spLocks noGrp="1"/>
          </p:cNvSpPr>
          <p:nvPr>
            <p:ph type="body" sz="quarter" idx="13"/>
          </p:nvPr>
        </p:nvSpPr>
        <p:spPr>
          <a:xfrm>
            <a:off x="3727865" y="4641925"/>
            <a:ext cx="2139695" cy="1108635"/>
          </a:xfrm>
        </p:spPr>
        <p:txBody>
          <a:bodyPr>
            <a:normAutofit/>
          </a:bodyPr>
          <a:lstStyle/>
          <a:p>
            <a:r>
              <a:rPr sz="1800" b="1"/>
              <a:t>Abhishek Tiwari</a:t>
            </a:r>
          </a:p>
        </p:txBody>
      </p:sp>
      <p:sp>
        <p:nvSpPr>
          <p:cNvPr id="17" name="Text Placeholder 28">
            <a:extLst>
              <a:ext uri="{FF2B5EF4-FFF2-40B4-BE49-F238E27FC236}">
                <a16:creationId xmlns:a16="http://schemas.microsoft.com/office/drawing/2014/main" id="{E212CE24-374D-44D0-8F39-0F5A36E42ED7}"/>
              </a:ext>
            </a:extLst>
          </p:cNvPr>
          <p:cNvSpPr txBox="1">
            <a:spLocks/>
          </p:cNvSpPr>
          <p:nvPr/>
        </p:nvSpPr>
        <p:spPr>
          <a:xfrm>
            <a:off x="878337" y="4134780"/>
            <a:ext cx="2596574" cy="453919"/>
          </a:xfrm>
          <a:prstGeom prst="rect">
            <a:avLst/>
          </a:prstGeom>
        </p:spPr>
        <p:txBody>
          <a:bodyPr vert="horz" lIns="91440" tIns="45720" rIns="91440" bIns="45720" rtlCol="0">
            <a:normAutofit lnSpcReduction="10000"/>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sz="1600" b="1"/>
              <a:t>Lovely Professional University</a:t>
            </a:r>
            <a:endParaRPr lang="en-IN" sz="2400" dirty="0"/>
          </a:p>
        </p:txBody>
      </p:sp>
      <p:sp>
        <p:nvSpPr>
          <p:cNvPr id="20" name="Text Placeholder 28">
            <a:extLst>
              <a:ext uri="{FF2B5EF4-FFF2-40B4-BE49-F238E27FC236}">
                <a16:creationId xmlns:a16="http://schemas.microsoft.com/office/drawing/2014/main" id="{A09A5BC1-0E62-4E6B-A590-951A87D4B4FE}"/>
              </a:ext>
            </a:extLst>
          </p:cNvPr>
          <p:cNvSpPr txBox="1">
            <a:spLocks/>
          </p:cNvSpPr>
          <p:nvPr/>
        </p:nvSpPr>
        <p:spPr>
          <a:xfrm>
            <a:off x="5353508" y="3962573"/>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23" name="Text Placeholder 28">
            <a:extLst>
              <a:ext uri="{FF2B5EF4-FFF2-40B4-BE49-F238E27FC236}">
                <a16:creationId xmlns:a16="http://schemas.microsoft.com/office/drawing/2014/main" id="{9E6B148F-F3B6-4E6B-9B85-645C039858E8}"/>
              </a:ext>
            </a:extLst>
          </p:cNvPr>
          <p:cNvSpPr txBox="1">
            <a:spLocks/>
          </p:cNvSpPr>
          <p:nvPr/>
        </p:nvSpPr>
        <p:spPr>
          <a:xfrm>
            <a:off x="7789163" y="3962572"/>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sz="1400" b="1"/>
              <a:t>AICTE STU ID</a:t>
            </a:r>
            <a:br/>
            <a:r>
              <a:rPr sz="1400" b="1"/>
              <a:t>STU6a6712e6035db1785139942</a:t>
            </a:r>
            <a:endParaRPr lang="en-IN" sz="2200" dirty="0"/>
          </a:p>
        </p:txBody>
      </p:sp>
      <p:sp>
        <p:nvSpPr>
          <p:cNvPr id="30" name="Text Placeholder 30">
            <a:extLst>
              <a:ext uri="{FF2B5EF4-FFF2-40B4-BE49-F238E27FC236}">
                <a16:creationId xmlns:a16="http://schemas.microsoft.com/office/drawing/2014/main" id="{D3BF02F6-2753-476A-8046-A85AE3A49748}"/>
              </a:ext>
            </a:extLst>
          </p:cNvPr>
          <p:cNvSpPr txBox="1">
            <a:spLocks/>
          </p:cNvSpPr>
          <p:nvPr/>
        </p:nvSpPr>
        <p:spPr>
          <a:xfrm>
            <a:off x="6096000"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dirty="0"/>
          </a:p>
        </p:txBody>
      </p:sp>
      <p:sp>
        <p:nvSpPr>
          <p:cNvPr id="32" name="Text Placeholder 30">
            <a:extLst>
              <a:ext uri="{FF2B5EF4-FFF2-40B4-BE49-F238E27FC236}">
                <a16:creationId xmlns:a16="http://schemas.microsoft.com/office/drawing/2014/main" id="{B993AB29-3A3A-4473-8AC8-86E859C97321}"/>
              </a:ext>
            </a:extLst>
          </p:cNvPr>
          <p:cNvSpPr txBox="1">
            <a:spLocks/>
          </p:cNvSpPr>
          <p:nvPr/>
        </p:nvSpPr>
        <p:spPr>
          <a:xfrm>
            <a:off x="8591363"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p:txBody>
      </p:sp>
      <p:pic>
        <p:nvPicPr>
          <p:cNvPr id="15" name="Picture 14">
            <a:extLst>
              <a:ext uri="{FF2B5EF4-FFF2-40B4-BE49-F238E27FC236}">
                <a16:creationId xmlns:a16="http://schemas.microsoft.com/office/drawing/2014/main" id="{BD3F9E86-2FB3-4DB3-9343-59D594F350A0}"/>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12" name="Text Placeholder 11">
            <a:extLst>
              <a:ext uri="{FF2B5EF4-FFF2-40B4-BE49-F238E27FC236}">
                <a16:creationId xmlns:a16="http://schemas.microsoft.com/office/drawing/2014/main" id="{BC277FD7-925B-4C3D-A364-118403201507}"/>
              </a:ext>
            </a:extLst>
          </p:cNvPr>
          <p:cNvSpPr>
            <a:spLocks noGrp="1"/>
          </p:cNvSpPr>
          <p:nvPr>
            <p:ph type="body" sz="quarter" idx="12"/>
          </p:nvPr>
        </p:nvSpPr>
        <p:spPr>
          <a:xfrm>
            <a:off x="2975013" y="3962573"/>
            <a:ext cx="2139696" cy="344312"/>
          </a:xfrm>
        </p:spPr>
        <p:txBody>
          <a:bodyPr>
            <a:normAutofit fontScale="92500" lnSpcReduction="20000"/>
          </a:bodyPr>
          <a:lstStyle/>
          <a:p>
            <a:endParaRPr lang="en-IN" dirty="0"/>
          </a:p>
        </p:txBody>
      </p:sp>
    </p:spTree>
    <p:extLst>
      <p:ext uri="{BB962C8B-B14F-4D97-AF65-F5344CB8AC3E}">
        <p14:creationId xmlns:p14="http://schemas.microsoft.com/office/powerpoint/2010/main" val="3401748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par>
                    <p:cTn id="10" fill="hold">
                      <p:stCondLst>
                        <p:cond delay="indefinite"/>
                      </p:stCondLst>
                      <p:childTnLst>
                        <p:par>
                          <p:cTn id="11" fill="hold">
                            <p:stCondLst>
                              <p:cond delay="0"/>
                            </p:stCondLst>
                            <p:childTnLst>
                              <p:par>
                                <p:cTn id="12" presetID="12" presetClass="entr" presetSubtype="4" fill="hold" grpId="0" nodeType="clickEffect" nodePh="1">
                                  <p:stCondLst>
                                    <p:cond delay="0"/>
                                  </p:stCondLst>
                                  <p:endCondLst>
                                    <p:cond evt="begin" delay="0">
                                      <p:tn val="12"/>
                                    </p:cond>
                                  </p:endCondLst>
                                  <p:childTnLst>
                                    <p:set>
                                      <p:cBhvr>
                                        <p:cTn id="13" dur="1" fill="hold">
                                          <p:stCondLst>
                                            <p:cond delay="0"/>
                                          </p:stCondLst>
                                        </p:cTn>
                                        <p:tgtEl>
                                          <p:spTgt spid="17"/>
                                        </p:tgtEl>
                                        <p:attrNameLst>
                                          <p:attrName>style.visibility</p:attrName>
                                        </p:attrNameLst>
                                      </p:cBhvr>
                                      <p:to>
                                        <p:strVal val="visible"/>
                                      </p:to>
                                    </p:set>
                                    <p:anim calcmode="lin" valueType="num">
                                      <p:cBhvr additive="base">
                                        <p:cTn id="14" dur="500"/>
                                        <p:tgtEl>
                                          <p:spTgt spid="17"/>
                                        </p:tgtEl>
                                        <p:attrNameLst>
                                          <p:attrName>ppt_y</p:attrName>
                                        </p:attrNameLst>
                                      </p:cBhvr>
                                      <p:tavLst>
                                        <p:tav tm="0">
                                          <p:val>
                                            <p:strVal val="#ppt_y+#ppt_h*1.125000"/>
                                          </p:val>
                                        </p:tav>
                                        <p:tav tm="100000">
                                          <p:val>
                                            <p:strVal val="#ppt_y"/>
                                          </p:val>
                                        </p:tav>
                                      </p:tavLst>
                                    </p:anim>
                                    <p:animEffect transition="in" filter="wipe(up)">
                                      <p:cBhvr>
                                        <p:cTn id="15" dur="5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8" presetID="12" presetClass="entr" presetSubtype="4" fill="hold" grpId="0" nodeType="clickEffect">
                                  <p:stCondLst>
                                    <p:cond delay="0"/>
                                  </p:stCondLst>
                                  <p:childTnLst>
                                    <p:set>
                                      <p:cBhvr>
                                        <p:cTn id="19" dur="1" fill="hold">
                                          <p:stCondLst>
                                            <p:cond delay="0"/>
                                          </p:stCondLst>
                                        </p:cTn>
                                        <p:tgtEl>
                                          <p:spTgt spid="31">
                                            <p:txEl>
                                              <p:pRg st="0" end="0"/>
                                            </p:txEl>
                                          </p:spTgt>
                                        </p:tgtEl>
                                        <p:attrNameLst>
                                          <p:attrName>style.visibility</p:attrName>
                                        </p:attrNameLst>
                                      </p:cBhvr>
                                      <p:to>
                                        <p:strVal val="visible"/>
                                      </p:to>
                                    </p:set>
                                    <p:anim calcmode="lin" valueType="num">
                                      <p:cBhvr additive="base">
                                        <p:cTn id="20" dur="500"/>
                                        <p:tgtEl>
                                          <p:spTgt spid="31">
                                            <p:txEl>
                                              <p:pRg st="0" end="0"/>
                                            </p:txEl>
                                          </p:spTgt>
                                        </p:tgtEl>
                                        <p:attrNameLst>
                                          <p:attrName>ppt_y</p:attrName>
                                        </p:attrNameLst>
                                      </p:cBhvr>
                                      <p:tavLst>
                                        <p:tav tm="0">
                                          <p:val>
                                            <p:strVal val="#ppt_y+#ppt_h*1.125000"/>
                                          </p:val>
                                        </p:tav>
                                        <p:tav tm="100000">
                                          <p:val>
                                            <p:strVal val="#ppt_y"/>
                                          </p:val>
                                        </p:tav>
                                      </p:tavLst>
                                    </p:anim>
                                    <p:animEffect transition="in" filter="wipe(up)">
                                      <p:cBhvr>
                                        <p:cTn id="21" dur="500"/>
                                        <p:tgtEl>
                                          <p:spTgt spid="31">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2" presetClass="entr" presetSubtype="4" fill="hold" grpId="0" nodeType="clickEffect" nodePh="1">
                                  <p:stCondLst>
                                    <p:cond delay="0"/>
                                  </p:stCondLst>
                                  <p:endCondLst>
                                    <p:cond evt="begin" delay="0">
                                      <p:tn val="24"/>
                                    </p:cond>
                                  </p:endCondLst>
                                  <p:childTnLst>
                                    <p:set>
                                      <p:cBhvr>
                                        <p:cTn id="25" dur="1" fill="hold">
                                          <p:stCondLst>
                                            <p:cond delay="0"/>
                                          </p:stCondLst>
                                        </p:cTn>
                                        <p:tgtEl>
                                          <p:spTgt spid="20"/>
                                        </p:tgtEl>
                                        <p:attrNameLst>
                                          <p:attrName>style.visibility</p:attrName>
                                        </p:attrNameLst>
                                      </p:cBhvr>
                                      <p:to>
                                        <p:strVal val="visible"/>
                                      </p:to>
                                    </p:set>
                                    <p:anim calcmode="lin" valueType="num">
                                      <p:cBhvr additive="base">
                                        <p:cTn id="26" dur="500"/>
                                        <p:tgtEl>
                                          <p:spTgt spid="20"/>
                                        </p:tgtEl>
                                        <p:attrNameLst>
                                          <p:attrName>ppt_y</p:attrName>
                                        </p:attrNameLst>
                                      </p:cBhvr>
                                      <p:tavLst>
                                        <p:tav tm="0">
                                          <p:val>
                                            <p:strVal val="#ppt_y+#ppt_h*1.125000"/>
                                          </p:val>
                                        </p:tav>
                                        <p:tav tm="100000">
                                          <p:val>
                                            <p:strVal val="#ppt_y"/>
                                          </p:val>
                                        </p:tav>
                                      </p:tavLst>
                                    </p:anim>
                                    <p:animEffect transition="in" filter="wipe(up)">
                                      <p:cBhvr>
                                        <p:cTn id="27" dur="5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12" presetClass="entr" presetSubtype="4" fill="hold" grpId="0" nodeType="clickEffect" nodePh="1">
                                  <p:stCondLst>
                                    <p:cond delay="0"/>
                                  </p:stCondLst>
                                  <p:endCondLst>
                                    <p:cond evt="begin" delay="0">
                                      <p:tn val="30"/>
                                    </p:cond>
                                  </p:endCondLst>
                                  <p:childTnLst>
                                    <p:set>
                                      <p:cBhvr>
                                        <p:cTn id="31" dur="1" fill="hold">
                                          <p:stCondLst>
                                            <p:cond delay="0"/>
                                          </p:stCondLst>
                                        </p:cTn>
                                        <p:tgtEl>
                                          <p:spTgt spid="30"/>
                                        </p:tgtEl>
                                        <p:attrNameLst>
                                          <p:attrName>style.visibility</p:attrName>
                                        </p:attrNameLst>
                                      </p:cBhvr>
                                      <p:to>
                                        <p:strVal val="visible"/>
                                      </p:to>
                                    </p:set>
                                    <p:anim calcmode="lin" valueType="num">
                                      <p:cBhvr additive="base">
                                        <p:cTn id="32" dur="500"/>
                                        <p:tgtEl>
                                          <p:spTgt spid="30"/>
                                        </p:tgtEl>
                                        <p:attrNameLst>
                                          <p:attrName>ppt_y</p:attrName>
                                        </p:attrNameLst>
                                      </p:cBhvr>
                                      <p:tavLst>
                                        <p:tav tm="0">
                                          <p:val>
                                            <p:strVal val="#ppt_y+#ppt_h*1.125000"/>
                                          </p:val>
                                        </p:tav>
                                        <p:tav tm="100000">
                                          <p:val>
                                            <p:strVal val="#ppt_y"/>
                                          </p:val>
                                        </p:tav>
                                      </p:tavLst>
                                    </p:anim>
                                    <p:animEffect transition="in" filter="wipe(up)">
                                      <p:cBhvr>
                                        <p:cTn id="33" dur="500"/>
                                        <p:tgtEl>
                                          <p:spTgt spid="30"/>
                                        </p:tgtEl>
                                      </p:cBhvr>
                                    </p:animEffect>
                                  </p:childTnLst>
                                </p:cTn>
                              </p:par>
                            </p:childTnLst>
                          </p:cTn>
                        </p:par>
                      </p:childTnLst>
                    </p:cTn>
                  </p:par>
                  <p:par>
                    <p:cTn id="34" fill="hold">
                      <p:stCondLst>
                        <p:cond delay="indefinite"/>
                      </p:stCondLst>
                      <p:childTnLst>
                        <p:par>
                          <p:cTn id="35" fill="hold">
                            <p:stCondLst>
                              <p:cond delay="0"/>
                            </p:stCondLst>
                            <p:childTnLst>
                              <p:par>
                                <p:cTn id="36" presetID="12" presetClass="entr" presetSubtype="4" fill="hold" grpId="0" nodeType="clickEffect" nodePh="1">
                                  <p:stCondLst>
                                    <p:cond delay="0"/>
                                  </p:stCondLst>
                                  <p:endCondLst>
                                    <p:cond evt="begin" delay="0">
                                      <p:tn val="36"/>
                                    </p:cond>
                                  </p:endCondLst>
                                  <p:childTnLst>
                                    <p:set>
                                      <p:cBhvr>
                                        <p:cTn id="37" dur="1" fill="hold">
                                          <p:stCondLst>
                                            <p:cond delay="0"/>
                                          </p:stCondLst>
                                        </p:cTn>
                                        <p:tgtEl>
                                          <p:spTgt spid="23"/>
                                        </p:tgtEl>
                                        <p:attrNameLst>
                                          <p:attrName>style.visibility</p:attrName>
                                        </p:attrNameLst>
                                      </p:cBhvr>
                                      <p:to>
                                        <p:strVal val="visible"/>
                                      </p:to>
                                    </p:set>
                                    <p:anim calcmode="lin" valueType="num">
                                      <p:cBhvr additive="base">
                                        <p:cTn id="38" dur="500"/>
                                        <p:tgtEl>
                                          <p:spTgt spid="23"/>
                                        </p:tgtEl>
                                        <p:attrNameLst>
                                          <p:attrName>ppt_y</p:attrName>
                                        </p:attrNameLst>
                                      </p:cBhvr>
                                      <p:tavLst>
                                        <p:tav tm="0">
                                          <p:val>
                                            <p:strVal val="#ppt_y+#ppt_h*1.125000"/>
                                          </p:val>
                                        </p:tav>
                                        <p:tav tm="100000">
                                          <p:val>
                                            <p:strVal val="#ppt_y"/>
                                          </p:val>
                                        </p:tav>
                                      </p:tavLst>
                                    </p:anim>
                                    <p:animEffect transition="in" filter="wipe(up)">
                                      <p:cBhvr>
                                        <p:cTn id="39" dur="500"/>
                                        <p:tgtEl>
                                          <p:spTgt spid="23"/>
                                        </p:tgtEl>
                                      </p:cBhvr>
                                    </p:animEffect>
                                  </p:childTnLst>
                                </p:cTn>
                              </p:par>
                            </p:childTnLst>
                          </p:cTn>
                        </p:par>
                      </p:childTnLst>
                    </p:cTn>
                  </p:par>
                  <p:par>
                    <p:cTn id="40" fill="hold">
                      <p:stCondLst>
                        <p:cond delay="indefinite"/>
                      </p:stCondLst>
                      <p:childTnLst>
                        <p:par>
                          <p:cTn id="41" fill="hold">
                            <p:stCondLst>
                              <p:cond delay="0"/>
                            </p:stCondLst>
                            <p:childTnLst>
                              <p:par>
                                <p:cTn id="42" presetID="12" presetClass="entr" presetSubtype="4" fill="hold" grpId="0" nodeType="clickEffect">
                                  <p:stCondLst>
                                    <p:cond delay="0"/>
                                  </p:stCondLst>
                                  <p:childTnLst>
                                    <p:set>
                                      <p:cBhvr>
                                        <p:cTn id="43" dur="1" fill="hold">
                                          <p:stCondLst>
                                            <p:cond delay="0"/>
                                          </p:stCondLst>
                                        </p:cTn>
                                        <p:tgtEl>
                                          <p:spTgt spid="32"/>
                                        </p:tgtEl>
                                        <p:attrNameLst>
                                          <p:attrName>style.visibility</p:attrName>
                                        </p:attrNameLst>
                                      </p:cBhvr>
                                      <p:to>
                                        <p:strVal val="visible"/>
                                      </p:to>
                                    </p:set>
                                    <p:anim calcmode="lin" valueType="num">
                                      <p:cBhvr additive="base">
                                        <p:cTn id="44" dur="500"/>
                                        <p:tgtEl>
                                          <p:spTgt spid="32"/>
                                        </p:tgtEl>
                                        <p:attrNameLst>
                                          <p:attrName>ppt_y</p:attrName>
                                        </p:attrNameLst>
                                      </p:cBhvr>
                                      <p:tavLst>
                                        <p:tav tm="0">
                                          <p:val>
                                            <p:strVal val="#ppt_y+#ppt_h*1.125000"/>
                                          </p:val>
                                        </p:tav>
                                        <p:tav tm="100000">
                                          <p:val>
                                            <p:strVal val="#ppt_y"/>
                                          </p:val>
                                        </p:tav>
                                      </p:tavLst>
                                    </p:anim>
                                    <p:animEffect transition="in" filter="wipe(up)">
                                      <p:cBhvr>
                                        <p:cTn id="45"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31" grpId="0" build="p"/>
      <p:bldP spid="17" grpId="0"/>
      <p:bldP spid="20" grpId="0"/>
      <p:bldP spid="23" grpId="0"/>
      <p:bldP spid="30" grpId="0"/>
      <p:bldP spid="32" grpId="0"/>
    </p:bld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05D99ABA-76CE-4A8E-B5F0-C051B96628DE}">
  <ds:schemaRefs>
    <ds:schemaRef ds:uri="http://schemas.microsoft.com/sharepoint/v3/contenttype/forms"/>
  </ds:schemaRefs>
</ds:datastoreItem>
</file>

<file path=customXml/itemProps2.xml><?xml version="1.0" encoding="utf-8"?>
<ds:datastoreItem xmlns:ds="http://schemas.openxmlformats.org/officeDocument/2006/customXml" ds:itemID="{4DEA9014-ED64-4558-B1E1-D03F0EE32BEB}">
  <ds:schemaRefs>
    <ds:schemaRef ds:uri="http://schemas.microsoft.com/office/2006/metadata/properties"/>
    <ds:schemaRef ds:uri="http://schemas.microsoft.com/office/infopath/2007/PartnerControls"/>
    <ds:schemaRef ds:uri="71af3243-3dd4-4a8d-8c0d-dd76da1f02a5"/>
  </ds:schemaRefs>
</ds:datastoreItem>
</file>

<file path=customXml/itemProps3.xml><?xml version="1.0" encoding="utf-8"?>
<ds:datastoreItem xmlns:ds="http://schemas.openxmlformats.org/officeDocument/2006/customXml" ds:itemID="{B19EB750-A6DA-4BE8-B87B-FC499FE7336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Facet</Template>
  <TotalTime>556</TotalTime>
  <Words>71</Words>
  <Application>Microsoft Office PowerPoint</Application>
  <PresentationFormat>Widescreen</PresentationFormat>
  <Paragraphs>18</Paragraphs>
  <Slides>14</Slides>
  <Notes>1</Notes>
  <HiddenSlides>0</HiddenSlides>
  <MMClips>0</MMClips>
  <ScaleCrop>false</ScaleCrop>
  <HeadingPairs>
    <vt:vector size="4" baseType="variant">
      <vt:variant>
        <vt:lpstr>Theme</vt:lpstr>
      </vt:variant>
      <vt:variant>
        <vt:i4>1</vt:i4>
      </vt:variant>
      <vt:variant>
        <vt:lpstr>Slide Titles</vt:lpstr>
      </vt:variant>
      <vt:variant>
        <vt:i4>14</vt:i4>
      </vt:variant>
    </vt:vector>
  </HeadingPairs>
  <TitlesOfParts>
    <vt:vector size="15" baseType="lpstr">
      <vt:lpstr>Facet</vt:lpstr>
      <vt:lpstr>Project Title -</vt:lpstr>
      <vt:lpstr>PROBLEM  STATEMENT</vt:lpstr>
      <vt:lpstr>Project Description [write detail description about your project ]  </vt:lpstr>
      <vt:lpstr>WHO ARE THE END USERS?</vt:lpstr>
      <vt:lpstr>Technology Used</vt:lpstr>
      <vt:lpstr>RESULTS </vt:lpstr>
      <vt:lpstr>RESULTS </vt:lpstr>
      <vt:lpstr>RESULTS </vt:lpstr>
      <vt:lpstr>RESULTS </vt:lpstr>
      <vt:lpstr>RESULTS </vt:lpstr>
      <vt:lpstr>Future scope</vt:lpstr>
      <vt:lpstr>GitHub Link</vt:lpstr>
      <vt:lpstr>VOIS Course completion certificate -  Course name- Data Visualization </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MASKED HUNTERS</dc:title>
  <dc:creator>Venkataswamy</dc:creator>
  <cp:lastModifiedBy>Aswini Kumar Motapothula</cp:lastModifiedBy>
  <cp:revision>97</cp:revision>
  <dcterms:created xsi:type="dcterms:W3CDTF">2021-07-11T13:13:15Z</dcterms:created>
  <dcterms:modified xsi:type="dcterms:W3CDTF">2026-09-02T10:35:59Z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